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6E482E-5A68-48B7-A6AD-0573B469FA6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08D2571-D435-459E-BF82-F5AA8B02389F}">
      <dgm:prSet/>
      <dgm:spPr/>
      <dgm:t>
        <a:bodyPr/>
        <a:lstStyle/>
        <a:p>
          <a:r>
            <a:rPr lang="en-US"/>
            <a:t>Predict</a:t>
          </a:r>
        </a:p>
      </dgm:t>
    </dgm:pt>
    <dgm:pt modelId="{D72C8ABB-8B44-4AC5-BEDE-12D1A317B6E6}" type="parTrans" cxnId="{692764D9-CB9A-44D8-9EEA-29B3F03F0C90}">
      <dgm:prSet/>
      <dgm:spPr/>
      <dgm:t>
        <a:bodyPr/>
        <a:lstStyle/>
        <a:p>
          <a:endParaRPr lang="en-US"/>
        </a:p>
      </dgm:t>
    </dgm:pt>
    <dgm:pt modelId="{5BF9B5FF-37B3-48D6-8A74-221E1EB37821}" type="sibTrans" cxnId="{692764D9-CB9A-44D8-9EEA-29B3F03F0C90}">
      <dgm:prSet/>
      <dgm:spPr/>
      <dgm:t>
        <a:bodyPr/>
        <a:lstStyle/>
        <a:p>
          <a:endParaRPr lang="en-US"/>
        </a:p>
      </dgm:t>
    </dgm:pt>
    <dgm:pt modelId="{EB3A7AAE-7A73-4AF0-A6D1-575AD7E1B773}">
      <dgm:prSet/>
      <dgm:spPr/>
      <dgm:t>
        <a:bodyPr/>
        <a:lstStyle/>
        <a:p>
          <a:r>
            <a:rPr lang="en-US" dirty="0"/>
            <a:t>Predict ER waiting time using Machine Learning</a:t>
          </a:r>
        </a:p>
      </dgm:t>
    </dgm:pt>
    <dgm:pt modelId="{7818B313-F92D-46B3-BEB9-C5419411B5BD}" type="parTrans" cxnId="{3C086A99-2217-4B16-A100-136D50FEA3B4}">
      <dgm:prSet/>
      <dgm:spPr/>
      <dgm:t>
        <a:bodyPr/>
        <a:lstStyle/>
        <a:p>
          <a:endParaRPr lang="en-US"/>
        </a:p>
      </dgm:t>
    </dgm:pt>
    <dgm:pt modelId="{57761741-D0BD-4AE4-8731-2B23D0489C29}" type="sibTrans" cxnId="{3C086A99-2217-4B16-A100-136D50FEA3B4}">
      <dgm:prSet/>
      <dgm:spPr/>
      <dgm:t>
        <a:bodyPr/>
        <a:lstStyle/>
        <a:p>
          <a:endParaRPr lang="en-US"/>
        </a:p>
      </dgm:t>
    </dgm:pt>
    <dgm:pt modelId="{842069AF-BE64-41FA-A046-6653141B2E4B}">
      <dgm:prSet/>
      <dgm:spPr/>
      <dgm:t>
        <a:bodyPr/>
        <a:lstStyle/>
        <a:p>
          <a:r>
            <a:rPr lang="en-US"/>
            <a:t>Deploy</a:t>
          </a:r>
        </a:p>
      </dgm:t>
    </dgm:pt>
    <dgm:pt modelId="{39173270-ED66-4077-801E-8605E3DFCB4D}" type="parTrans" cxnId="{0F937C17-B56B-4DE3-8BC5-FC227B3C48C3}">
      <dgm:prSet/>
      <dgm:spPr/>
      <dgm:t>
        <a:bodyPr/>
        <a:lstStyle/>
        <a:p>
          <a:endParaRPr lang="en-US"/>
        </a:p>
      </dgm:t>
    </dgm:pt>
    <dgm:pt modelId="{65F22281-826C-478F-B66B-A4EFB1F24375}" type="sibTrans" cxnId="{0F937C17-B56B-4DE3-8BC5-FC227B3C48C3}">
      <dgm:prSet/>
      <dgm:spPr/>
      <dgm:t>
        <a:bodyPr/>
        <a:lstStyle/>
        <a:p>
          <a:endParaRPr lang="en-US"/>
        </a:p>
      </dgm:t>
    </dgm:pt>
    <dgm:pt modelId="{D0F754E6-0A6F-4002-9C60-1186B020C205}">
      <dgm:prSet/>
      <dgm:spPr/>
      <dgm:t>
        <a:bodyPr/>
        <a:lstStyle/>
        <a:p>
          <a:r>
            <a:rPr lang="en-US"/>
            <a:t>Deploy the model as a cloud-native application</a:t>
          </a:r>
        </a:p>
      </dgm:t>
    </dgm:pt>
    <dgm:pt modelId="{E472A1B2-E6F7-4B11-8A25-DF53CD8CAEA0}" type="parTrans" cxnId="{995808F0-1ACA-4186-8901-F8BAB27322AC}">
      <dgm:prSet/>
      <dgm:spPr/>
      <dgm:t>
        <a:bodyPr/>
        <a:lstStyle/>
        <a:p>
          <a:endParaRPr lang="en-US"/>
        </a:p>
      </dgm:t>
    </dgm:pt>
    <dgm:pt modelId="{B88152F6-D939-44D4-89E5-A1C9C54858B1}" type="sibTrans" cxnId="{995808F0-1ACA-4186-8901-F8BAB27322AC}">
      <dgm:prSet/>
      <dgm:spPr/>
      <dgm:t>
        <a:bodyPr/>
        <a:lstStyle/>
        <a:p>
          <a:endParaRPr lang="en-US"/>
        </a:p>
      </dgm:t>
    </dgm:pt>
    <dgm:pt modelId="{959B40B4-8813-4970-BD25-E47B1DFEFD9B}">
      <dgm:prSet/>
      <dgm:spPr/>
      <dgm:t>
        <a:bodyPr/>
        <a:lstStyle/>
        <a:p>
          <a:r>
            <a:rPr lang="en-US"/>
            <a:t>Use</a:t>
          </a:r>
        </a:p>
      </dgm:t>
    </dgm:pt>
    <dgm:pt modelId="{82DBF042-D95A-4518-89F1-76529720B1BC}" type="parTrans" cxnId="{A47AF827-D7AF-4955-B550-49AE54D109E8}">
      <dgm:prSet/>
      <dgm:spPr/>
      <dgm:t>
        <a:bodyPr/>
        <a:lstStyle/>
        <a:p>
          <a:endParaRPr lang="en-US"/>
        </a:p>
      </dgm:t>
    </dgm:pt>
    <dgm:pt modelId="{E1630E91-B315-49AF-87F5-E2AEC0BCEC81}" type="sibTrans" cxnId="{A47AF827-D7AF-4955-B550-49AE54D109E8}">
      <dgm:prSet/>
      <dgm:spPr/>
      <dgm:t>
        <a:bodyPr/>
        <a:lstStyle/>
        <a:p>
          <a:endParaRPr lang="en-US"/>
        </a:p>
      </dgm:t>
    </dgm:pt>
    <dgm:pt modelId="{D133E848-288D-4EEA-B785-32A1E3099CF4}">
      <dgm:prSet/>
      <dgm:spPr/>
      <dgm:t>
        <a:bodyPr/>
        <a:lstStyle/>
        <a:p>
          <a:r>
            <a:rPr lang="en-US"/>
            <a:t>Use Docker for containerization</a:t>
          </a:r>
        </a:p>
      </dgm:t>
    </dgm:pt>
    <dgm:pt modelId="{893D00DD-AD7F-4E2E-83D2-EF7B194F70F3}" type="parTrans" cxnId="{CF25A156-3563-4B9A-BEF7-F518D8950A3A}">
      <dgm:prSet/>
      <dgm:spPr/>
      <dgm:t>
        <a:bodyPr/>
        <a:lstStyle/>
        <a:p>
          <a:endParaRPr lang="en-US"/>
        </a:p>
      </dgm:t>
    </dgm:pt>
    <dgm:pt modelId="{E5A53BA2-D35B-4F1F-971A-F44BD9F08D2F}" type="sibTrans" cxnId="{CF25A156-3563-4B9A-BEF7-F518D8950A3A}">
      <dgm:prSet/>
      <dgm:spPr/>
      <dgm:t>
        <a:bodyPr/>
        <a:lstStyle/>
        <a:p>
          <a:endParaRPr lang="en-US"/>
        </a:p>
      </dgm:t>
    </dgm:pt>
    <dgm:pt modelId="{BDBB72E5-950D-422C-9084-5CD680E5B4D5}">
      <dgm:prSet/>
      <dgm:spPr/>
      <dgm:t>
        <a:bodyPr/>
        <a:lstStyle/>
        <a:p>
          <a:r>
            <a:rPr lang="en-US"/>
            <a:t>Use</a:t>
          </a:r>
        </a:p>
      </dgm:t>
    </dgm:pt>
    <dgm:pt modelId="{EA26801A-A563-43BA-924E-A419EA3DE7DA}" type="parTrans" cxnId="{0BD913EB-C7CD-4A4A-BF1B-A13DE9FCC081}">
      <dgm:prSet/>
      <dgm:spPr/>
      <dgm:t>
        <a:bodyPr/>
        <a:lstStyle/>
        <a:p>
          <a:endParaRPr lang="en-US"/>
        </a:p>
      </dgm:t>
    </dgm:pt>
    <dgm:pt modelId="{CC81BEDE-5EB8-4E1D-816D-2CE5F56306B3}" type="sibTrans" cxnId="{0BD913EB-C7CD-4A4A-BF1B-A13DE9FCC081}">
      <dgm:prSet/>
      <dgm:spPr/>
      <dgm:t>
        <a:bodyPr/>
        <a:lstStyle/>
        <a:p>
          <a:endParaRPr lang="en-US"/>
        </a:p>
      </dgm:t>
    </dgm:pt>
    <dgm:pt modelId="{CD6AF7DC-C334-4D63-AB31-2E4FCE44811F}">
      <dgm:prSet/>
      <dgm:spPr/>
      <dgm:t>
        <a:bodyPr/>
        <a:lstStyle/>
        <a:p>
          <a:r>
            <a:rPr lang="en-US" dirty="0"/>
            <a:t>Use Kubernetes for deployment and management</a:t>
          </a:r>
        </a:p>
      </dgm:t>
    </dgm:pt>
    <dgm:pt modelId="{0005AEE8-AA9B-44CD-A4BE-53B303EDF931}" type="parTrans" cxnId="{10F4C644-0DB7-42F6-8DEE-22C5B2739CFF}">
      <dgm:prSet/>
      <dgm:spPr/>
      <dgm:t>
        <a:bodyPr/>
        <a:lstStyle/>
        <a:p>
          <a:endParaRPr lang="en-US"/>
        </a:p>
      </dgm:t>
    </dgm:pt>
    <dgm:pt modelId="{65D62DAE-3BF4-4D46-874C-316DF9AFCBE6}" type="sibTrans" cxnId="{10F4C644-0DB7-42F6-8DEE-22C5B2739CFF}">
      <dgm:prSet/>
      <dgm:spPr/>
      <dgm:t>
        <a:bodyPr/>
        <a:lstStyle/>
        <a:p>
          <a:endParaRPr lang="en-US"/>
        </a:p>
      </dgm:t>
    </dgm:pt>
    <dgm:pt modelId="{B6A8AF26-F349-411A-B31F-553D67B9A53A}">
      <dgm:prSet/>
      <dgm:spPr/>
      <dgm:t>
        <a:bodyPr/>
        <a:lstStyle/>
        <a:p>
          <a:r>
            <a:rPr lang="en-US"/>
            <a:t>Implement</a:t>
          </a:r>
        </a:p>
      </dgm:t>
    </dgm:pt>
    <dgm:pt modelId="{4AF4D7AC-8E49-4A4D-B0E4-8C7ABA46E86A}" type="parTrans" cxnId="{44166957-FA25-49DA-A1AD-EFD9874FCF6D}">
      <dgm:prSet/>
      <dgm:spPr/>
      <dgm:t>
        <a:bodyPr/>
        <a:lstStyle/>
        <a:p>
          <a:endParaRPr lang="en-US"/>
        </a:p>
      </dgm:t>
    </dgm:pt>
    <dgm:pt modelId="{E4570E48-F9B4-43DA-88A5-87D8E11A9F2A}" type="sibTrans" cxnId="{44166957-FA25-49DA-A1AD-EFD9874FCF6D}">
      <dgm:prSet/>
      <dgm:spPr/>
      <dgm:t>
        <a:bodyPr/>
        <a:lstStyle/>
        <a:p>
          <a:endParaRPr lang="en-US"/>
        </a:p>
      </dgm:t>
    </dgm:pt>
    <dgm:pt modelId="{924F92E3-072D-4C27-BBE9-70511F4581A9}">
      <dgm:prSet/>
      <dgm:spPr/>
      <dgm:t>
        <a:bodyPr/>
        <a:lstStyle/>
        <a:p>
          <a:r>
            <a:rPr lang="en-US"/>
            <a:t>Implement health checks for reliability</a:t>
          </a:r>
        </a:p>
      </dgm:t>
    </dgm:pt>
    <dgm:pt modelId="{7AED5E6F-D64E-4E3E-BB6B-A09D2A7D8E59}" type="parTrans" cxnId="{18D3734D-7CED-4C6C-A1A0-E8FAABC26542}">
      <dgm:prSet/>
      <dgm:spPr/>
      <dgm:t>
        <a:bodyPr/>
        <a:lstStyle/>
        <a:p>
          <a:endParaRPr lang="en-US"/>
        </a:p>
      </dgm:t>
    </dgm:pt>
    <dgm:pt modelId="{CA966B6E-A620-4DBB-8850-D1214C91E75C}" type="sibTrans" cxnId="{18D3734D-7CED-4C6C-A1A0-E8FAABC26542}">
      <dgm:prSet/>
      <dgm:spPr/>
      <dgm:t>
        <a:bodyPr/>
        <a:lstStyle/>
        <a:p>
          <a:endParaRPr lang="en-US"/>
        </a:p>
      </dgm:t>
    </dgm:pt>
    <dgm:pt modelId="{9DBE4EEE-C0B9-403D-8671-47F042670F2D}">
      <dgm:prSet/>
      <dgm:spPr/>
      <dgm:t>
        <a:bodyPr/>
        <a:lstStyle/>
        <a:p>
          <a:r>
            <a:rPr lang="en-US"/>
            <a:t>Enable</a:t>
          </a:r>
        </a:p>
      </dgm:t>
    </dgm:pt>
    <dgm:pt modelId="{FD2AA433-CEB8-477A-A354-269BD4193D9D}" type="parTrans" cxnId="{76B0B569-10B8-4C49-A1F5-C8EF1A967FCD}">
      <dgm:prSet/>
      <dgm:spPr/>
      <dgm:t>
        <a:bodyPr/>
        <a:lstStyle/>
        <a:p>
          <a:endParaRPr lang="en-US"/>
        </a:p>
      </dgm:t>
    </dgm:pt>
    <dgm:pt modelId="{74D9CE65-C9AA-49FB-A1AE-7CB0304EB0DE}" type="sibTrans" cxnId="{76B0B569-10B8-4C49-A1F5-C8EF1A967FCD}">
      <dgm:prSet/>
      <dgm:spPr/>
      <dgm:t>
        <a:bodyPr/>
        <a:lstStyle/>
        <a:p>
          <a:endParaRPr lang="en-US"/>
        </a:p>
      </dgm:t>
    </dgm:pt>
    <dgm:pt modelId="{76107543-A070-4743-8B67-04657BEF56D9}">
      <dgm:prSet/>
      <dgm:spPr/>
      <dgm:t>
        <a:bodyPr/>
        <a:lstStyle/>
        <a:p>
          <a:r>
            <a:rPr lang="en-US"/>
            <a:t>Enable autoscaling based on workload</a:t>
          </a:r>
        </a:p>
      </dgm:t>
    </dgm:pt>
    <dgm:pt modelId="{08352177-0556-46C5-9CD5-43066780EBFB}" type="parTrans" cxnId="{37BAC8B1-121E-472A-86B3-B2DE866D1741}">
      <dgm:prSet/>
      <dgm:spPr/>
      <dgm:t>
        <a:bodyPr/>
        <a:lstStyle/>
        <a:p>
          <a:endParaRPr lang="en-US"/>
        </a:p>
      </dgm:t>
    </dgm:pt>
    <dgm:pt modelId="{08C582DE-2E37-4DB7-A94D-9C99349549E8}" type="sibTrans" cxnId="{37BAC8B1-121E-472A-86B3-B2DE866D1741}">
      <dgm:prSet/>
      <dgm:spPr/>
      <dgm:t>
        <a:bodyPr/>
        <a:lstStyle/>
        <a:p>
          <a:endParaRPr lang="en-US"/>
        </a:p>
      </dgm:t>
    </dgm:pt>
    <dgm:pt modelId="{B319BA25-AE01-4E1A-82D5-BAC0438E1302}" type="pres">
      <dgm:prSet presAssocID="{D36E482E-5A68-48B7-A6AD-0573B469FA66}" presName="Name0" presStyleCnt="0">
        <dgm:presLayoutVars>
          <dgm:dir/>
          <dgm:resizeHandles val="exact"/>
        </dgm:presLayoutVars>
      </dgm:prSet>
      <dgm:spPr/>
    </dgm:pt>
    <dgm:pt modelId="{585BF068-B2ED-4786-BE16-12BFB6A4E39E}" type="pres">
      <dgm:prSet presAssocID="{F08D2571-D435-459E-BF82-F5AA8B02389F}" presName="node" presStyleLbl="node1" presStyleIdx="0" presStyleCnt="6">
        <dgm:presLayoutVars>
          <dgm:bulletEnabled val="1"/>
        </dgm:presLayoutVars>
      </dgm:prSet>
      <dgm:spPr/>
    </dgm:pt>
    <dgm:pt modelId="{3D65256F-9E06-4236-B9F4-CA0B53656F66}" type="pres">
      <dgm:prSet presAssocID="{5BF9B5FF-37B3-48D6-8A74-221E1EB37821}" presName="sibTrans" presStyleLbl="sibTrans1D1" presStyleIdx="0" presStyleCnt="5"/>
      <dgm:spPr/>
    </dgm:pt>
    <dgm:pt modelId="{04D848E8-E8CD-42A4-9520-5F8A66E487F1}" type="pres">
      <dgm:prSet presAssocID="{5BF9B5FF-37B3-48D6-8A74-221E1EB37821}" presName="connectorText" presStyleLbl="sibTrans1D1" presStyleIdx="0" presStyleCnt="5"/>
      <dgm:spPr/>
    </dgm:pt>
    <dgm:pt modelId="{EC53C742-3E9F-400F-811A-44633B1B2378}" type="pres">
      <dgm:prSet presAssocID="{842069AF-BE64-41FA-A046-6653141B2E4B}" presName="node" presStyleLbl="node1" presStyleIdx="1" presStyleCnt="6">
        <dgm:presLayoutVars>
          <dgm:bulletEnabled val="1"/>
        </dgm:presLayoutVars>
      </dgm:prSet>
      <dgm:spPr/>
    </dgm:pt>
    <dgm:pt modelId="{0840777C-A006-424F-850B-127D68D2BE8F}" type="pres">
      <dgm:prSet presAssocID="{65F22281-826C-478F-B66B-A4EFB1F24375}" presName="sibTrans" presStyleLbl="sibTrans1D1" presStyleIdx="1" presStyleCnt="5"/>
      <dgm:spPr/>
    </dgm:pt>
    <dgm:pt modelId="{8607B216-783B-4679-87C1-1F5D90329BE9}" type="pres">
      <dgm:prSet presAssocID="{65F22281-826C-478F-B66B-A4EFB1F24375}" presName="connectorText" presStyleLbl="sibTrans1D1" presStyleIdx="1" presStyleCnt="5"/>
      <dgm:spPr/>
    </dgm:pt>
    <dgm:pt modelId="{F081599D-1B89-42EC-AFF9-BD829D273BD8}" type="pres">
      <dgm:prSet presAssocID="{959B40B4-8813-4970-BD25-E47B1DFEFD9B}" presName="node" presStyleLbl="node1" presStyleIdx="2" presStyleCnt="6">
        <dgm:presLayoutVars>
          <dgm:bulletEnabled val="1"/>
        </dgm:presLayoutVars>
      </dgm:prSet>
      <dgm:spPr/>
    </dgm:pt>
    <dgm:pt modelId="{2FB47CAD-449F-46F9-BEF4-F0DC9259B853}" type="pres">
      <dgm:prSet presAssocID="{E1630E91-B315-49AF-87F5-E2AEC0BCEC81}" presName="sibTrans" presStyleLbl="sibTrans1D1" presStyleIdx="2" presStyleCnt="5"/>
      <dgm:spPr/>
    </dgm:pt>
    <dgm:pt modelId="{851627EB-6982-4D79-B848-10EC469E46D2}" type="pres">
      <dgm:prSet presAssocID="{E1630E91-B315-49AF-87F5-E2AEC0BCEC81}" presName="connectorText" presStyleLbl="sibTrans1D1" presStyleIdx="2" presStyleCnt="5"/>
      <dgm:spPr/>
    </dgm:pt>
    <dgm:pt modelId="{23A07C70-1FF4-4224-A90C-66B051C55BB1}" type="pres">
      <dgm:prSet presAssocID="{BDBB72E5-950D-422C-9084-5CD680E5B4D5}" presName="node" presStyleLbl="node1" presStyleIdx="3" presStyleCnt="6">
        <dgm:presLayoutVars>
          <dgm:bulletEnabled val="1"/>
        </dgm:presLayoutVars>
      </dgm:prSet>
      <dgm:spPr/>
    </dgm:pt>
    <dgm:pt modelId="{34B190B4-7098-4E5C-968E-2C395D3DE362}" type="pres">
      <dgm:prSet presAssocID="{CC81BEDE-5EB8-4E1D-816D-2CE5F56306B3}" presName="sibTrans" presStyleLbl="sibTrans1D1" presStyleIdx="3" presStyleCnt="5"/>
      <dgm:spPr/>
    </dgm:pt>
    <dgm:pt modelId="{BC0128A9-6A66-4272-9831-64918666AA77}" type="pres">
      <dgm:prSet presAssocID="{CC81BEDE-5EB8-4E1D-816D-2CE5F56306B3}" presName="connectorText" presStyleLbl="sibTrans1D1" presStyleIdx="3" presStyleCnt="5"/>
      <dgm:spPr/>
    </dgm:pt>
    <dgm:pt modelId="{D3017D9C-2279-428C-A87A-0B4EA3359868}" type="pres">
      <dgm:prSet presAssocID="{B6A8AF26-F349-411A-B31F-553D67B9A53A}" presName="node" presStyleLbl="node1" presStyleIdx="4" presStyleCnt="6">
        <dgm:presLayoutVars>
          <dgm:bulletEnabled val="1"/>
        </dgm:presLayoutVars>
      </dgm:prSet>
      <dgm:spPr/>
    </dgm:pt>
    <dgm:pt modelId="{614C3F75-1B00-4C9D-9D23-002C29CE1DB7}" type="pres">
      <dgm:prSet presAssocID="{E4570E48-F9B4-43DA-88A5-87D8E11A9F2A}" presName="sibTrans" presStyleLbl="sibTrans1D1" presStyleIdx="4" presStyleCnt="5"/>
      <dgm:spPr/>
    </dgm:pt>
    <dgm:pt modelId="{59DAC8E7-8BE4-4D2A-B88E-48B2C47BD023}" type="pres">
      <dgm:prSet presAssocID="{E4570E48-F9B4-43DA-88A5-87D8E11A9F2A}" presName="connectorText" presStyleLbl="sibTrans1D1" presStyleIdx="4" presStyleCnt="5"/>
      <dgm:spPr/>
    </dgm:pt>
    <dgm:pt modelId="{62083A3D-3D91-4650-8A4B-1B0683D64A77}" type="pres">
      <dgm:prSet presAssocID="{9DBE4EEE-C0B9-403D-8671-47F042670F2D}" presName="node" presStyleLbl="node1" presStyleIdx="5" presStyleCnt="6">
        <dgm:presLayoutVars>
          <dgm:bulletEnabled val="1"/>
        </dgm:presLayoutVars>
      </dgm:prSet>
      <dgm:spPr/>
    </dgm:pt>
  </dgm:ptLst>
  <dgm:cxnLst>
    <dgm:cxn modelId="{1C299A09-6B17-40D8-88F4-5D7368CC3BD6}" type="presOf" srcId="{E1630E91-B315-49AF-87F5-E2AEC0BCEC81}" destId="{2FB47CAD-449F-46F9-BEF4-F0DC9259B853}" srcOrd="0" destOrd="0" presId="urn:microsoft.com/office/officeart/2016/7/layout/RepeatingBendingProcessNew"/>
    <dgm:cxn modelId="{0F937C17-B56B-4DE3-8BC5-FC227B3C48C3}" srcId="{D36E482E-5A68-48B7-A6AD-0573B469FA66}" destId="{842069AF-BE64-41FA-A046-6653141B2E4B}" srcOrd="1" destOrd="0" parTransId="{39173270-ED66-4077-801E-8605E3DFCB4D}" sibTransId="{65F22281-826C-478F-B66B-A4EFB1F24375}"/>
    <dgm:cxn modelId="{8C6EFB20-4160-4551-A1FA-1DD96CA9B414}" type="presOf" srcId="{5BF9B5FF-37B3-48D6-8A74-221E1EB37821}" destId="{04D848E8-E8CD-42A4-9520-5F8A66E487F1}" srcOrd="1" destOrd="0" presId="urn:microsoft.com/office/officeart/2016/7/layout/RepeatingBendingProcessNew"/>
    <dgm:cxn modelId="{1697BF25-5208-4EFC-B77B-0BC33323495C}" type="presOf" srcId="{65F22281-826C-478F-B66B-A4EFB1F24375}" destId="{0840777C-A006-424F-850B-127D68D2BE8F}" srcOrd="0" destOrd="0" presId="urn:microsoft.com/office/officeart/2016/7/layout/RepeatingBendingProcessNew"/>
    <dgm:cxn modelId="{A739F126-8B43-46AC-84BF-2A645265369A}" type="presOf" srcId="{CD6AF7DC-C334-4D63-AB31-2E4FCE44811F}" destId="{23A07C70-1FF4-4224-A90C-66B051C55BB1}" srcOrd="0" destOrd="1" presId="urn:microsoft.com/office/officeart/2016/7/layout/RepeatingBendingProcessNew"/>
    <dgm:cxn modelId="{A47AF827-D7AF-4955-B550-49AE54D109E8}" srcId="{D36E482E-5A68-48B7-A6AD-0573B469FA66}" destId="{959B40B4-8813-4970-BD25-E47B1DFEFD9B}" srcOrd="2" destOrd="0" parTransId="{82DBF042-D95A-4518-89F1-76529720B1BC}" sibTransId="{E1630E91-B315-49AF-87F5-E2AEC0BCEC81}"/>
    <dgm:cxn modelId="{6CF1C42C-6B26-4A24-8FBB-FC34D06DD240}" type="presOf" srcId="{CC81BEDE-5EB8-4E1D-816D-2CE5F56306B3}" destId="{BC0128A9-6A66-4272-9831-64918666AA77}" srcOrd="1" destOrd="0" presId="urn:microsoft.com/office/officeart/2016/7/layout/RepeatingBendingProcessNew"/>
    <dgm:cxn modelId="{3D596F5E-23B1-4D8E-BBEE-ED071FF17C37}" type="presOf" srcId="{D0F754E6-0A6F-4002-9C60-1186B020C205}" destId="{EC53C742-3E9F-400F-811A-44633B1B2378}" srcOrd="0" destOrd="1" presId="urn:microsoft.com/office/officeart/2016/7/layout/RepeatingBendingProcessNew"/>
    <dgm:cxn modelId="{07B1BA41-9C6E-43DE-BB5C-7CF78F257763}" type="presOf" srcId="{D36E482E-5A68-48B7-A6AD-0573B469FA66}" destId="{B319BA25-AE01-4E1A-82D5-BAC0438E1302}" srcOrd="0" destOrd="0" presId="urn:microsoft.com/office/officeart/2016/7/layout/RepeatingBendingProcessNew"/>
    <dgm:cxn modelId="{10F4C644-0DB7-42F6-8DEE-22C5B2739CFF}" srcId="{BDBB72E5-950D-422C-9084-5CD680E5B4D5}" destId="{CD6AF7DC-C334-4D63-AB31-2E4FCE44811F}" srcOrd="0" destOrd="0" parTransId="{0005AEE8-AA9B-44CD-A4BE-53B303EDF931}" sibTransId="{65D62DAE-3BF4-4D46-874C-316DF9AFCBE6}"/>
    <dgm:cxn modelId="{B1FC2646-7169-4239-9D7F-FEE0BF577DCD}" type="presOf" srcId="{65F22281-826C-478F-B66B-A4EFB1F24375}" destId="{8607B216-783B-4679-87C1-1F5D90329BE9}" srcOrd="1" destOrd="0" presId="urn:microsoft.com/office/officeart/2016/7/layout/RepeatingBendingProcessNew"/>
    <dgm:cxn modelId="{76B0B569-10B8-4C49-A1F5-C8EF1A967FCD}" srcId="{D36E482E-5A68-48B7-A6AD-0573B469FA66}" destId="{9DBE4EEE-C0B9-403D-8671-47F042670F2D}" srcOrd="5" destOrd="0" parTransId="{FD2AA433-CEB8-477A-A354-269BD4193D9D}" sibTransId="{74D9CE65-C9AA-49FB-A1AE-7CB0304EB0DE}"/>
    <dgm:cxn modelId="{18D3734D-7CED-4C6C-A1A0-E8FAABC26542}" srcId="{B6A8AF26-F349-411A-B31F-553D67B9A53A}" destId="{924F92E3-072D-4C27-BBE9-70511F4581A9}" srcOrd="0" destOrd="0" parTransId="{7AED5E6F-D64E-4E3E-BB6B-A09D2A7D8E59}" sibTransId="{CA966B6E-A620-4DBB-8850-D1214C91E75C}"/>
    <dgm:cxn modelId="{6E451D72-11E6-4D18-8130-8294E0F8EBAD}" type="presOf" srcId="{9DBE4EEE-C0B9-403D-8671-47F042670F2D}" destId="{62083A3D-3D91-4650-8A4B-1B0683D64A77}" srcOrd="0" destOrd="0" presId="urn:microsoft.com/office/officeart/2016/7/layout/RepeatingBendingProcessNew"/>
    <dgm:cxn modelId="{CF25A156-3563-4B9A-BEF7-F518D8950A3A}" srcId="{959B40B4-8813-4970-BD25-E47B1DFEFD9B}" destId="{D133E848-288D-4EEA-B785-32A1E3099CF4}" srcOrd="0" destOrd="0" parTransId="{893D00DD-AD7F-4E2E-83D2-EF7B194F70F3}" sibTransId="{E5A53BA2-D35B-4F1F-971A-F44BD9F08D2F}"/>
    <dgm:cxn modelId="{44166957-FA25-49DA-A1AD-EFD9874FCF6D}" srcId="{D36E482E-5A68-48B7-A6AD-0573B469FA66}" destId="{B6A8AF26-F349-411A-B31F-553D67B9A53A}" srcOrd="4" destOrd="0" parTransId="{4AF4D7AC-8E49-4A4D-B0E4-8C7ABA46E86A}" sibTransId="{E4570E48-F9B4-43DA-88A5-87D8E11A9F2A}"/>
    <dgm:cxn modelId="{3B1F7C59-91BA-435A-BEF5-0D9BDEC11B32}" type="presOf" srcId="{76107543-A070-4743-8B67-04657BEF56D9}" destId="{62083A3D-3D91-4650-8A4B-1B0683D64A77}" srcOrd="0" destOrd="1" presId="urn:microsoft.com/office/officeart/2016/7/layout/RepeatingBendingProcessNew"/>
    <dgm:cxn modelId="{06792384-C31F-4D14-9E71-FDC305188403}" type="presOf" srcId="{F08D2571-D435-459E-BF82-F5AA8B02389F}" destId="{585BF068-B2ED-4786-BE16-12BFB6A4E39E}" srcOrd="0" destOrd="0" presId="urn:microsoft.com/office/officeart/2016/7/layout/RepeatingBendingProcessNew"/>
    <dgm:cxn modelId="{0DF15C90-F5E3-441D-BD68-50E2502330D8}" type="presOf" srcId="{D133E848-288D-4EEA-B785-32A1E3099CF4}" destId="{F081599D-1B89-42EC-AFF9-BD829D273BD8}" srcOrd="0" destOrd="1" presId="urn:microsoft.com/office/officeart/2016/7/layout/RepeatingBendingProcessNew"/>
    <dgm:cxn modelId="{3C086A99-2217-4B16-A100-136D50FEA3B4}" srcId="{F08D2571-D435-459E-BF82-F5AA8B02389F}" destId="{EB3A7AAE-7A73-4AF0-A6D1-575AD7E1B773}" srcOrd="0" destOrd="0" parTransId="{7818B313-F92D-46B3-BEB9-C5419411B5BD}" sibTransId="{57761741-D0BD-4AE4-8731-2B23D0489C29}"/>
    <dgm:cxn modelId="{E7FCDB9F-802A-4A91-A973-ED13A2D219C7}" type="presOf" srcId="{E4570E48-F9B4-43DA-88A5-87D8E11A9F2A}" destId="{614C3F75-1B00-4C9D-9D23-002C29CE1DB7}" srcOrd="0" destOrd="0" presId="urn:microsoft.com/office/officeart/2016/7/layout/RepeatingBendingProcessNew"/>
    <dgm:cxn modelId="{086BBBA0-31D2-4A05-BCC3-37346C8DE2A7}" type="presOf" srcId="{959B40B4-8813-4970-BD25-E47B1DFEFD9B}" destId="{F081599D-1B89-42EC-AFF9-BD829D273BD8}" srcOrd="0" destOrd="0" presId="urn:microsoft.com/office/officeart/2016/7/layout/RepeatingBendingProcessNew"/>
    <dgm:cxn modelId="{C11760A1-49E0-4D8A-B811-856317D39FC9}" type="presOf" srcId="{E4570E48-F9B4-43DA-88A5-87D8E11A9F2A}" destId="{59DAC8E7-8BE4-4D2A-B88E-48B2C47BD023}" srcOrd="1" destOrd="0" presId="urn:microsoft.com/office/officeart/2016/7/layout/RepeatingBendingProcessNew"/>
    <dgm:cxn modelId="{19DF6EAB-7B39-4FD7-9EBF-8064ED7B7A28}" type="presOf" srcId="{BDBB72E5-950D-422C-9084-5CD680E5B4D5}" destId="{23A07C70-1FF4-4224-A90C-66B051C55BB1}" srcOrd="0" destOrd="0" presId="urn:microsoft.com/office/officeart/2016/7/layout/RepeatingBendingProcessNew"/>
    <dgm:cxn modelId="{AF4997B0-2999-4967-BE17-DD030EB7131C}" type="presOf" srcId="{EB3A7AAE-7A73-4AF0-A6D1-575AD7E1B773}" destId="{585BF068-B2ED-4786-BE16-12BFB6A4E39E}" srcOrd="0" destOrd="1" presId="urn:microsoft.com/office/officeart/2016/7/layout/RepeatingBendingProcessNew"/>
    <dgm:cxn modelId="{37BAC8B1-121E-472A-86B3-B2DE866D1741}" srcId="{9DBE4EEE-C0B9-403D-8671-47F042670F2D}" destId="{76107543-A070-4743-8B67-04657BEF56D9}" srcOrd="0" destOrd="0" parTransId="{08352177-0556-46C5-9CD5-43066780EBFB}" sibTransId="{08C582DE-2E37-4DB7-A94D-9C99349549E8}"/>
    <dgm:cxn modelId="{365744C2-DE0C-4638-B7D3-C2ABF459C542}" type="presOf" srcId="{5BF9B5FF-37B3-48D6-8A74-221E1EB37821}" destId="{3D65256F-9E06-4236-B9F4-CA0B53656F66}" srcOrd="0" destOrd="0" presId="urn:microsoft.com/office/officeart/2016/7/layout/RepeatingBendingProcessNew"/>
    <dgm:cxn modelId="{07BDA3CE-07FF-4785-9C7F-98563C973269}" type="presOf" srcId="{924F92E3-072D-4C27-BBE9-70511F4581A9}" destId="{D3017D9C-2279-428C-A87A-0B4EA3359868}" srcOrd="0" destOrd="1" presId="urn:microsoft.com/office/officeart/2016/7/layout/RepeatingBendingProcessNew"/>
    <dgm:cxn modelId="{31D4C6D2-5C2E-48DE-A30F-9C898740C3D1}" type="presOf" srcId="{B6A8AF26-F349-411A-B31F-553D67B9A53A}" destId="{D3017D9C-2279-428C-A87A-0B4EA3359868}" srcOrd="0" destOrd="0" presId="urn:microsoft.com/office/officeart/2016/7/layout/RepeatingBendingProcessNew"/>
    <dgm:cxn modelId="{692764D9-CB9A-44D8-9EEA-29B3F03F0C90}" srcId="{D36E482E-5A68-48B7-A6AD-0573B469FA66}" destId="{F08D2571-D435-459E-BF82-F5AA8B02389F}" srcOrd="0" destOrd="0" parTransId="{D72C8ABB-8B44-4AC5-BEDE-12D1A317B6E6}" sibTransId="{5BF9B5FF-37B3-48D6-8A74-221E1EB37821}"/>
    <dgm:cxn modelId="{E86636E8-9CD5-43BE-AA4E-9725B7466E06}" type="presOf" srcId="{842069AF-BE64-41FA-A046-6653141B2E4B}" destId="{EC53C742-3E9F-400F-811A-44633B1B2378}" srcOrd="0" destOrd="0" presId="urn:microsoft.com/office/officeart/2016/7/layout/RepeatingBendingProcessNew"/>
    <dgm:cxn modelId="{0BD913EB-C7CD-4A4A-BF1B-A13DE9FCC081}" srcId="{D36E482E-5A68-48B7-A6AD-0573B469FA66}" destId="{BDBB72E5-950D-422C-9084-5CD680E5B4D5}" srcOrd="3" destOrd="0" parTransId="{EA26801A-A563-43BA-924E-A419EA3DE7DA}" sibTransId="{CC81BEDE-5EB8-4E1D-816D-2CE5F56306B3}"/>
    <dgm:cxn modelId="{1470F4EB-7A16-420A-849B-0A3C3B4E7972}" type="presOf" srcId="{CC81BEDE-5EB8-4E1D-816D-2CE5F56306B3}" destId="{34B190B4-7098-4E5C-968E-2C395D3DE362}" srcOrd="0" destOrd="0" presId="urn:microsoft.com/office/officeart/2016/7/layout/RepeatingBendingProcessNew"/>
    <dgm:cxn modelId="{995808F0-1ACA-4186-8901-F8BAB27322AC}" srcId="{842069AF-BE64-41FA-A046-6653141B2E4B}" destId="{D0F754E6-0A6F-4002-9C60-1186B020C205}" srcOrd="0" destOrd="0" parTransId="{E472A1B2-E6F7-4B11-8A25-DF53CD8CAEA0}" sibTransId="{B88152F6-D939-44D4-89E5-A1C9C54858B1}"/>
    <dgm:cxn modelId="{F117F6FF-5702-470E-B278-0AFD9EC69AD2}" type="presOf" srcId="{E1630E91-B315-49AF-87F5-E2AEC0BCEC81}" destId="{851627EB-6982-4D79-B848-10EC469E46D2}" srcOrd="1" destOrd="0" presId="urn:microsoft.com/office/officeart/2016/7/layout/RepeatingBendingProcessNew"/>
    <dgm:cxn modelId="{62C4E5B4-09A7-40EA-B17D-AEE5638C3BC3}" type="presParOf" srcId="{B319BA25-AE01-4E1A-82D5-BAC0438E1302}" destId="{585BF068-B2ED-4786-BE16-12BFB6A4E39E}" srcOrd="0" destOrd="0" presId="urn:microsoft.com/office/officeart/2016/7/layout/RepeatingBendingProcessNew"/>
    <dgm:cxn modelId="{7880CCD3-DABE-4564-AA29-E9734E9E1563}" type="presParOf" srcId="{B319BA25-AE01-4E1A-82D5-BAC0438E1302}" destId="{3D65256F-9E06-4236-B9F4-CA0B53656F66}" srcOrd="1" destOrd="0" presId="urn:microsoft.com/office/officeart/2016/7/layout/RepeatingBendingProcessNew"/>
    <dgm:cxn modelId="{24BF6C05-8D51-4FA8-87FB-0125FD8C3E6B}" type="presParOf" srcId="{3D65256F-9E06-4236-B9F4-CA0B53656F66}" destId="{04D848E8-E8CD-42A4-9520-5F8A66E487F1}" srcOrd="0" destOrd="0" presId="urn:microsoft.com/office/officeart/2016/7/layout/RepeatingBendingProcessNew"/>
    <dgm:cxn modelId="{30022E55-892D-4E22-A4AF-AE27536A04B1}" type="presParOf" srcId="{B319BA25-AE01-4E1A-82D5-BAC0438E1302}" destId="{EC53C742-3E9F-400F-811A-44633B1B2378}" srcOrd="2" destOrd="0" presId="urn:microsoft.com/office/officeart/2016/7/layout/RepeatingBendingProcessNew"/>
    <dgm:cxn modelId="{888C54D5-9FF8-4E67-AFEB-F8F9F64456F6}" type="presParOf" srcId="{B319BA25-AE01-4E1A-82D5-BAC0438E1302}" destId="{0840777C-A006-424F-850B-127D68D2BE8F}" srcOrd="3" destOrd="0" presId="urn:microsoft.com/office/officeart/2016/7/layout/RepeatingBendingProcessNew"/>
    <dgm:cxn modelId="{1EE4E285-61AC-4AAD-A1DB-CBA16232591D}" type="presParOf" srcId="{0840777C-A006-424F-850B-127D68D2BE8F}" destId="{8607B216-783B-4679-87C1-1F5D90329BE9}" srcOrd="0" destOrd="0" presId="urn:microsoft.com/office/officeart/2016/7/layout/RepeatingBendingProcessNew"/>
    <dgm:cxn modelId="{6C8E7C5E-080B-4255-8F17-506EEB0C59F7}" type="presParOf" srcId="{B319BA25-AE01-4E1A-82D5-BAC0438E1302}" destId="{F081599D-1B89-42EC-AFF9-BD829D273BD8}" srcOrd="4" destOrd="0" presId="urn:microsoft.com/office/officeart/2016/7/layout/RepeatingBendingProcessNew"/>
    <dgm:cxn modelId="{76D7E8C3-1B15-40D9-BFE7-506299D2ABA9}" type="presParOf" srcId="{B319BA25-AE01-4E1A-82D5-BAC0438E1302}" destId="{2FB47CAD-449F-46F9-BEF4-F0DC9259B853}" srcOrd="5" destOrd="0" presId="urn:microsoft.com/office/officeart/2016/7/layout/RepeatingBendingProcessNew"/>
    <dgm:cxn modelId="{00284CAE-FF2B-4DF8-A319-02EDEF712B04}" type="presParOf" srcId="{2FB47CAD-449F-46F9-BEF4-F0DC9259B853}" destId="{851627EB-6982-4D79-B848-10EC469E46D2}" srcOrd="0" destOrd="0" presId="urn:microsoft.com/office/officeart/2016/7/layout/RepeatingBendingProcessNew"/>
    <dgm:cxn modelId="{99344038-1E85-487C-9EB5-BE1F30ACE6BA}" type="presParOf" srcId="{B319BA25-AE01-4E1A-82D5-BAC0438E1302}" destId="{23A07C70-1FF4-4224-A90C-66B051C55BB1}" srcOrd="6" destOrd="0" presId="urn:microsoft.com/office/officeart/2016/7/layout/RepeatingBendingProcessNew"/>
    <dgm:cxn modelId="{D59228AA-90C4-4603-8211-176BBD3A604F}" type="presParOf" srcId="{B319BA25-AE01-4E1A-82D5-BAC0438E1302}" destId="{34B190B4-7098-4E5C-968E-2C395D3DE362}" srcOrd="7" destOrd="0" presId="urn:microsoft.com/office/officeart/2016/7/layout/RepeatingBendingProcessNew"/>
    <dgm:cxn modelId="{30C4BAFB-9761-4B96-A36E-69F181B42563}" type="presParOf" srcId="{34B190B4-7098-4E5C-968E-2C395D3DE362}" destId="{BC0128A9-6A66-4272-9831-64918666AA77}" srcOrd="0" destOrd="0" presId="urn:microsoft.com/office/officeart/2016/7/layout/RepeatingBendingProcessNew"/>
    <dgm:cxn modelId="{EA2549FC-66E6-4383-8748-83B0BF196011}" type="presParOf" srcId="{B319BA25-AE01-4E1A-82D5-BAC0438E1302}" destId="{D3017D9C-2279-428C-A87A-0B4EA3359868}" srcOrd="8" destOrd="0" presId="urn:microsoft.com/office/officeart/2016/7/layout/RepeatingBendingProcessNew"/>
    <dgm:cxn modelId="{5041FE72-5230-47F4-9FF2-4D24ED2576C0}" type="presParOf" srcId="{B319BA25-AE01-4E1A-82D5-BAC0438E1302}" destId="{614C3F75-1B00-4C9D-9D23-002C29CE1DB7}" srcOrd="9" destOrd="0" presId="urn:microsoft.com/office/officeart/2016/7/layout/RepeatingBendingProcessNew"/>
    <dgm:cxn modelId="{F66948F3-CD46-4D34-BF54-6E0279219424}" type="presParOf" srcId="{614C3F75-1B00-4C9D-9D23-002C29CE1DB7}" destId="{59DAC8E7-8BE4-4D2A-B88E-48B2C47BD023}" srcOrd="0" destOrd="0" presId="urn:microsoft.com/office/officeart/2016/7/layout/RepeatingBendingProcessNew"/>
    <dgm:cxn modelId="{58CAEED3-4272-4478-9C06-26728C027512}" type="presParOf" srcId="{B319BA25-AE01-4E1A-82D5-BAC0438E1302}" destId="{62083A3D-3D91-4650-8A4B-1B0683D64A77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407EA9-B5BC-4DD7-9DE8-7962FAA359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AD80C89-4882-4F3A-9B70-F720DA678B1B}">
      <dgm:prSet/>
      <dgm:spPr/>
      <dgm:t>
        <a:bodyPr/>
        <a:lstStyle/>
        <a:p>
          <a:r>
            <a:rPr lang="en-US" b="0" i="0" baseline="0"/>
            <a:t>Data preprocessing</a:t>
          </a:r>
          <a:endParaRPr lang="en-US"/>
        </a:p>
      </dgm:t>
    </dgm:pt>
    <dgm:pt modelId="{E8375620-C038-470B-9B9D-ABC2FC5B86E0}" type="parTrans" cxnId="{C3976763-D684-4D4E-A5E7-0411A9340E89}">
      <dgm:prSet/>
      <dgm:spPr/>
      <dgm:t>
        <a:bodyPr/>
        <a:lstStyle/>
        <a:p>
          <a:endParaRPr lang="en-US"/>
        </a:p>
      </dgm:t>
    </dgm:pt>
    <dgm:pt modelId="{288B36E7-541E-4FDB-B547-D44AA49EFBF0}" type="sibTrans" cxnId="{C3976763-D684-4D4E-A5E7-0411A9340E89}">
      <dgm:prSet/>
      <dgm:spPr/>
      <dgm:t>
        <a:bodyPr/>
        <a:lstStyle/>
        <a:p>
          <a:endParaRPr lang="en-US"/>
        </a:p>
      </dgm:t>
    </dgm:pt>
    <dgm:pt modelId="{385320F1-F845-4DC0-BC79-927D63CCEF1D}">
      <dgm:prSet/>
      <dgm:spPr/>
      <dgm:t>
        <a:bodyPr/>
        <a:lstStyle/>
        <a:p>
          <a:r>
            <a:rPr lang="en-US" b="0" i="0" baseline="0"/>
            <a:t>Train Machine Learning model</a:t>
          </a:r>
          <a:endParaRPr lang="en-US"/>
        </a:p>
      </dgm:t>
    </dgm:pt>
    <dgm:pt modelId="{79675A3F-993B-437C-BE62-A14900450038}" type="parTrans" cxnId="{62968434-224A-4A80-9D66-37F08B8C398A}">
      <dgm:prSet/>
      <dgm:spPr/>
      <dgm:t>
        <a:bodyPr/>
        <a:lstStyle/>
        <a:p>
          <a:endParaRPr lang="en-US"/>
        </a:p>
      </dgm:t>
    </dgm:pt>
    <dgm:pt modelId="{4F84D491-D31C-4C5F-9168-08F0C34E7A5B}" type="sibTrans" cxnId="{62968434-224A-4A80-9D66-37F08B8C398A}">
      <dgm:prSet/>
      <dgm:spPr/>
      <dgm:t>
        <a:bodyPr/>
        <a:lstStyle/>
        <a:p>
          <a:endParaRPr lang="en-US"/>
        </a:p>
      </dgm:t>
    </dgm:pt>
    <dgm:pt modelId="{5A8F4A9F-8EBC-4CCD-9ED6-1DCC444687A3}">
      <dgm:prSet/>
      <dgm:spPr/>
      <dgm:t>
        <a:bodyPr/>
        <a:lstStyle/>
        <a:p>
          <a:r>
            <a:rPr lang="en-US" b="0" i="0" baseline="0"/>
            <a:t>Save trained model</a:t>
          </a:r>
          <a:endParaRPr lang="en-US"/>
        </a:p>
      </dgm:t>
    </dgm:pt>
    <dgm:pt modelId="{274A24D7-E2B8-4278-9685-46B4372B64FD}" type="parTrans" cxnId="{E4E3FC49-A384-4468-9A5B-360B4A520FD3}">
      <dgm:prSet/>
      <dgm:spPr/>
      <dgm:t>
        <a:bodyPr/>
        <a:lstStyle/>
        <a:p>
          <a:endParaRPr lang="en-US"/>
        </a:p>
      </dgm:t>
    </dgm:pt>
    <dgm:pt modelId="{7D84D5D8-05DA-4457-8D7B-37D631AD45E5}" type="sibTrans" cxnId="{E4E3FC49-A384-4468-9A5B-360B4A520FD3}">
      <dgm:prSet/>
      <dgm:spPr/>
      <dgm:t>
        <a:bodyPr/>
        <a:lstStyle/>
        <a:p>
          <a:endParaRPr lang="en-US"/>
        </a:p>
      </dgm:t>
    </dgm:pt>
    <dgm:pt modelId="{6F4936CD-12DF-4F0B-851F-D2084DB26ACB}">
      <dgm:prSet/>
      <dgm:spPr/>
      <dgm:t>
        <a:bodyPr/>
        <a:lstStyle/>
        <a:p>
          <a:r>
            <a:rPr lang="en-US" b="0" i="0" baseline="0"/>
            <a:t>Build REST API using FastAPI</a:t>
          </a:r>
          <a:endParaRPr lang="en-US"/>
        </a:p>
      </dgm:t>
    </dgm:pt>
    <dgm:pt modelId="{096A349A-E563-40AB-948C-3707326C200D}" type="parTrans" cxnId="{9CA47896-A13C-42B9-879E-2525F7E2DE60}">
      <dgm:prSet/>
      <dgm:spPr/>
      <dgm:t>
        <a:bodyPr/>
        <a:lstStyle/>
        <a:p>
          <a:endParaRPr lang="en-US"/>
        </a:p>
      </dgm:t>
    </dgm:pt>
    <dgm:pt modelId="{6DE8FB28-9CC5-4D3C-A944-010DAEB066B4}" type="sibTrans" cxnId="{9CA47896-A13C-42B9-879E-2525F7E2DE60}">
      <dgm:prSet/>
      <dgm:spPr/>
      <dgm:t>
        <a:bodyPr/>
        <a:lstStyle/>
        <a:p>
          <a:endParaRPr lang="en-US"/>
        </a:p>
      </dgm:t>
    </dgm:pt>
    <dgm:pt modelId="{AD3727AF-E2E1-4A97-8BEB-921E8164B2B5}">
      <dgm:prSet/>
      <dgm:spPr/>
      <dgm:t>
        <a:bodyPr/>
        <a:lstStyle/>
        <a:p>
          <a:r>
            <a:rPr lang="en-US" b="0" i="0" baseline="0"/>
            <a:t>Containerize using Docker</a:t>
          </a:r>
          <a:endParaRPr lang="en-US"/>
        </a:p>
      </dgm:t>
    </dgm:pt>
    <dgm:pt modelId="{B2166BA3-85C9-4092-A3D4-A7E347EF92B3}" type="parTrans" cxnId="{02FCCA05-3401-4029-A4CC-DE82AF0030AC}">
      <dgm:prSet/>
      <dgm:spPr/>
      <dgm:t>
        <a:bodyPr/>
        <a:lstStyle/>
        <a:p>
          <a:endParaRPr lang="en-US"/>
        </a:p>
      </dgm:t>
    </dgm:pt>
    <dgm:pt modelId="{5A3DDDDF-DF18-4AE6-9346-03F7E609B5B0}" type="sibTrans" cxnId="{02FCCA05-3401-4029-A4CC-DE82AF0030AC}">
      <dgm:prSet/>
      <dgm:spPr/>
      <dgm:t>
        <a:bodyPr/>
        <a:lstStyle/>
        <a:p>
          <a:endParaRPr lang="en-US"/>
        </a:p>
      </dgm:t>
    </dgm:pt>
    <dgm:pt modelId="{CDF8F706-B1DC-4AB3-9276-8D47BA51DEB5}">
      <dgm:prSet/>
      <dgm:spPr/>
      <dgm:t>
        <a:bodyPr/>
        <a:lstStyle/>
        <a:p>
          <a:r>
            <a:rPr lang="en-US" b="0" i="0" baseline="0"/>
            <a:t>Deploy on Kubernetes</a:t>
          </a:r>
          <a:endParaRPr lang="en-US"/>
        </a:p>
      </dgm:t>
    </dgm:pt>
    <dgm:pt modelId="{93507CEC-D631-4AA0-908C-883C9C706AA3}" type="parTrans" cxnId="{995EE940-5913-4A96-B187-F15E7E8A52B9}">
      <dgm:prSet/>
      <dgm:spPr/>
      <dgm:t>
        <a:bodyPr/>
        <a:lstStyle/>
        <a:p>
          <a:endParaRPr lang="en-US"/>
        </a:p>
      </dgm:t>
    </dgm:pt>
    <dgm:pt modelId="{53195239-2EDF-429B-BED9-87DFCF6064BC}" type="sibTrans" cxnId="{995EE940-5913-4A96-B187-F15E7E8A52B9}">
      <dgm:prSet/>
      <dgm:spPr/>
      <dgm:t>
        <a:bodyPr/>
        <a:lstStyle/>
        <a:p>
          <a:endParaRPr lang="en-US"/>
        </a:p>
      </dgm:t>
    </dgm:pt>
    <dgm:pt modelId="{58026829-A121-40EA-8BB8-3763489BA754}">
      <dgm:prSet/>
      <dgm:spPr/>
      <dgm:t>
        <a:bodyPr/>
        <a:lstStyle/>
        <a:p>
          <a:r>
            <a:rPr lang="en-US" b="0" i="0" baseline="0"/>
            <a:t>Add health checks &amp; autoscaling</a:t>
          </a:r>
          <a:endParaRPr lang="en-US"/>
        </a:p>
      </dgm:t>
    </dgm:pt>
    <dgm:pt modelId="{02725FDA-0B47-4749-AD7B-6D1A1EEF2444}" type="parTrans" cxnId="{EC04CAA2-1AB8-4657-AED8-34FD1B4AF8C2}">
      <dgm:prSet/>
      <dgm:spPr/>
      <dgm:t>
        <a:bodyPr/>
        <a:lstStyle/>
        <a:p>
          <a:endParaRPr lang="en-US"/>
        </a:p>
      </dgm:t>
    </dgm:pt>
    <dgm:pt modelId="{3E8BB2B9-8569-49DF-BA8D-81D1F9070391}" type="sibTrans" cxnId="{EC04CAA2-1AB8-4657-AED8-34FD1B4AF8C2}">
      <dgm:prSet/>
      <dgm:spPr/>
      <dgm:t>
        <a:bodyPr/>
        <a:lstStyle/>
        <a:p>
          <a:endParaRPr lang="en-US"/>
        </a:p>
      </dgm:t>
    </dgm:pt>
    <dgm:pt modelId="{2CF24165-EA4A-4600-A1CD-5EAF6711998A}">
      <dgm:prSet/>
      <dgm:spPr/>
      <dgm:t>
        <a:bodyPr/>
        <a:lstStyle/>
        <a:p>
          <a:r>
            <a:rPr lang="en-US" b="0" i="0" baseline="0"/>
            <a:t>Test and evaluate results</a:t>
          </a:r>
          <a:endParaRPr lang="en-US"/>
        </a:p>
      </dgm:t>
    </dgm:pt>
    <dgm:pt modelId="{0E9907A6-95F7-46D5-B7A0-FBB4EA1F7DEE}" type="parTrans" cxnId="{52CA2301-AFC2-45AA-B0C1-4A8408D69441}">
      <dgm:prSet/>
      <dgm:spPr/>
      <dgm:t>
        <a:bodyPr/>
        <a:lstStyle/>
        <a:p>
          <a:endParaRPr lang="en-US"/>
        </a:p>
      </dgm:t>
    </dgm:pt>
    <dgm:pt modelId="{0343C171-803D-4CCD-B538-C7C04FF0D2A6}" type="sibTrans" cxnId="{52CA2301-AFC2-45AA-B0C1-4A8408D69441}">
      <dgm:prSet/>
      <dgm:spPr/>
      <dgm:t>
        <a:bodyPr/>
        <a:lstStyle/>
        <a:p>
          <a:endParaRPr lang="en-US"/>
        </a:p>
      </dgm:t>
    </dgm:pt>
    <dgm:pt modelId="{549D4287-D13E-4AD1-8DF6-421BABBA9709}" type="pres">
      <dgm:prSet presAssocID="{34407EA9-B5BC-4DD7-9DE8-7962FAA35903}" presName="linear" presStyleCnt="0">
        <dgm:presLayoutVars>
          <dgm:animLvl val="lvl"/>
          <dgm:resizeHandles val="exact"/>
        </dgm:presLayoutVars>
      </dgm:prSet>
      <dgm:spPr/>
    </dgm:pt>
    <dgm:pt modelId="{0122E03B-348D-45AB-892E-33743E7E91D2}" type="pres">
      <dgm:prSet presAssocID="{7AD80C89-4882-4F3A-9B70-F720DA678B1B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6347472D-2F84-4B35-BC93-FE701BF671C9}" type="pres">
      <dgm:prSet presAssocID="{288B36E7-541E-4FDB-B547-D44AA49EFBF0}" presName="spacer" presStyleCnt="0"/>
      <dgm:spPr/>
    </dgm:pt>
    <dgm:pt modelId="{CE61D1BF-8079-42A1-AE7F-498CED2C5433}" type="pres">
      <dgm:prSet presAssocID="{385320F1-F845-4DC0-BC79-927D63CCEF1D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CEE1DBAF-7D50-4090-B7A6-939C8D6C420F}" type="pres">
      <dgm:prSet presAssocID="{4F84D491-D31C-4C5F-9168-08F0C34E7A5B}" presName="spacer" presStyleCnt="0"/>
      <dgm:spPr/>
    </dgm:pt>
    <dgm:pt modelId="{EF118F18-613E-4B62-A2E0-7F70FA44A543}" type="pres">
      <dgm:prSet presAssocID="{5A8F4A9F-8EBC-4CCD-9ED6-1DCC444687A3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10782232-FC22-4B6C-A291-4C70495D196F}" type="pres">
      <dgm:prSet presAssocID="{7D84D5D8-05DA-4457-8D7B-37D631AD45E5}" presName="spacer" presStyleCnt="0"/>
      <dgm:spPr/>
    </dgm:pt>
    <dgm:pt modelId="{EF201318-B5D4-4EE0-AC4B-3C132776C15F}" type="pres">
      <dgm:prSet presAssocID="{6F4936CD-12DF-4F0B-851F-D2084DB26ACB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1A7925D8-4E53-4E40-9B04-5D293ACA4CCA}" type="pres">
      <dgm:prSet presAssocID="{6DE8FB28-9CC5-4D3C-A944-010DAEB066B4}" presName="spacer" presStyleCnt="0"/>
      <dgm:spPr/>
    </dgm:pt>
    <dgm:pt modelId="{F1AF962F-7DED-4F1E-AF2F-63F9ADFF0689}" type="pres">
      <dgm:prSet presAssocID="{AD3727AF-E2E1-4A97-8BEB-921E8164B2B5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8A5DD7E6-AE61-4ED8-A713-1604A06CC7C0}" type="pres">
      <dgm:prSet presAssocID="{5A3DDDDF-DF18-4AE6-9346-03F7E609B5B0}" presName="spacer" presStyleCnt="0"/>
      <dgm:spPr/>
    </dgm:pt>
    <dgm:pt modelId="{911CA401-D37C-44FB-8771-F562C19C270E}" type="pres">
      <dgm:prSet presAssocID="{CDF8F706-B1DC-4AB3-9276-8D47BA51DEB5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6CABF04E-7FD0-4C7A-93AC-D9B367538D73}" type="pres">
      <dgm:prSet presAssocID="{53195239-2EDF-429B-BED9-87DFCF6064BC}" presName="spacer" presStyleCnt="0"/>
      <dgm:spPr/>
    </dgm:pt>
    <dgm:pt modelId="{F4A9B056-36E5-470F-9E80-164B27A1EB43}" type="pres">
      <dgm:prSet presAssocID="{58026829-A121-40EA-8BB8-3763489BA754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B31726B8-7509-472B-913F-C8D6ACA79951}" type="pres">
      <dgm:prSet presAssocID="{3E8BB2B9-8569-49DF-BA8D-81D1F9070391}" presName="spacer" presStyleCnt="0"/>
      <dgm:spPr/>
    </dgm:pt>
    <dgm:pt modelId="{941DF0EC-435A-4FE3-9D25-3F7F33D76856}" type="pres">
      <dgm:prSet presAssocID="{2CF24165-EA4A-4600-A1CD-5EAF6711998A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2CA2301-AFC2-45AA-B0C1-4A8408D69441}" srcId="{34407EA9-B5BC-4DD7-9DE8-7962FAA35903}" destId="{2CF24165-EA4A-4600-A1CD-5EAF6711998A}" srcOrd="7" destOrd="0" parTransId="{0E9907A6-95F7-46D5-B7A0-FBB4EA1F7DEE}" sibTransId="{0343C171-803D-4CCD-B538-C7C04FF0D2A6}"/>
    <dgm:cxn modelId="{02FCCA05-3401-4029-A4CC-DE82AF0030AC}" srcId="{34407EA9-B5BC-4DD7-9DE8-7962FAA35903}" destId="{AD3727AF-E2E1-4A97-8BEB-921E8164B2B5}" srcOrd="4" destOrd="0" parTransId="{B2166BA3-85C9-4092-A3D4-A7E347EF92B3}" sibTransId="{5A3DDDDF-DF18-4AE6-9346-03F7E609B5B0}"/>
    <dgm:cxn modelId="{68C4D00C-DAA2-4A7B-B656-21EB5F3BC71B}" type="presOf" srcId="{CDF8F706-B1DC-4AB3-9276-8D47BA51DEB5}" destId="{911CA401-D37C-44FB-8771-F562C19C270E}" srcOrd="0" destOrd="0" presId="urn:microsoft.com/office/officeart/2005/8/layout/vList2"/>
    <dgm:cxn modelId="{EDF3991C-D4A9-444D-BB2C-9A87BA27B6B8}" type="presOf" srcId="{6F4936CD-12DF-4F0B-851F-D2084DB26ACB}" destId="{EF201318-B5D4-4EE0-AC4B-3C132776C15F}" srcOrd="0" destOrd="0" presId="urn:microsoft.com/office/officeart/2005/8/layout/vList2"/>
    <dgm:cxn modelId="{62968434-224A-4A80-9D66-37F08B8C398A}" srcId="{34407EA9-B5BC-4DD7-9DE8-7962FAA35903}" destId="{385320F1-F845-4DC0-BC79-927D63CCEF1D}" srcOrd="1" destOrd="0" parTransId="{79675A3F-993B-437C-BE62-A14900450038}" sibTransId="{4F84D491-D31C-4C5F-9168-08F0C34E7A5B}"/>
    <dgm:cxn modelId="{995EE940-5913-4A96-B187-F15E7E8A52B9}" srcId="{34407EA9-B5BC-4DD7-9DE8-7962FAA35903}" destId="{CDF8F706-B1DC-4AB3-9276-8D47BA51DEB5}" srcOrd="5" destOrd="0" parTransId="{93507CEC-D631-4AA0-908C-883C9C706AA3}" sibTransId="{53195239-2EDF-429B-BED9-87DFCF6064BC}"/>
    <dgm:cxn modelId="{C3976763-D684-4D4E-A5E7-0411A9340E89}" srcId="{34407EA9-B5BC-4DD7-9DE8-7962FAA35903}" destId="{7AD80C89-4882-4F3A-9B70-F720DA678B1B}" srcOrd="0" destOrd="0" parTransId="{E8375620-C038-470B-9B9D-ABC2FC5B86E0}" sibTransId="{288B36E7-541E-4FDB-B547-D44AA49EFBF0}"/>
    <dgm:cxn modelId="{E4E3FC49-A384-4468-9A5B-360B4A520FD3}" srcId="{34407EA9-B5BC-4DD7-9DE8-7962FAA35903}" destId="{5A8F4A9F-8EBC-4CCD-9ED6-1DCC444687A3}" srcOrd="2" destOrd="0" parTransId="{274A24D7-E2B8-4278-9685-46B4372B64FD}" sibTransId="{7D84D5D8-05DA-4457-8D7B-37D631AD45E5}"/>
    <dgm:cxn modelId="{9CA47896-A13C-42B9-879E-2525F7E2DE60}" srcId="{34407EA9-B5BC-4DD7-9DE8-7962FAA35903}" destId="{6F4936CD-12DF-4F0B-851F-D2084DB26ACB}" srcOrd="3" destOrd="0" parTransId="{096A349A-E563-40AB-948C-3707326C200D}" sibTransId="{6DE8FB28-9CC5-4D3C-A944-010DAEB066B4}"/>
    <dgm:cxn modelId="{6DE66E9B-94D9-476D-90E5-1BB32272C458}" type="presOf" srcId="{385320F1-F845-4DC0-BC79-927D63CCEF1D}" destId="{CE61D1BF-8079-42A1-AE7F-498CED2C5433}" srcOrd="0" destOrd="0" presId="urn:microsoft.com/office/officeart/2005/8/layout/vList2"/>
    <dgm:cxn modelId="{EC04CAA2-1AB8-4657-AED8-34FD1B4AF8C2}" srcId="{34407EA9-B5BC-4DD7-9DE8-7962FAA35903}" destId="{58026829-A121-40EA-8BB8-3763489BA754}" srcOrd="6" destOrd="0" parTransId="{02725FDA-0B47-4749-AD7B-6D1A1EEF2444}" sibTransId="{3E8BB2B9-8569-49DF-BA8D-81D1F9070391}"/>
    <dgm:cxn modelId="{EAE0E7B1-DBBF-4885-A89A-6E7966B135CE}" type="presOf" srcId="{AD3727AF-E2E1-4A97-8BEB-921E8164B2B5}" destId="{F1AF962F-7DED-4F1E-AF2F-63F9ADFF0689}" srcOrd="0" destOrd="0" presId="urn:microsoft.com/office/officeart/2005/8/layout/vList2"/>
    <dgm:cxn modelId="{E4A0D4B9-AF11-4CDD-9157-A1F1CEAE5B9E}" type="presOf" srcId="{34407EA9-B5BC-4DD7-9DE8-7962FAA35903}" destId="{549D4287-D13E-4AD1-8DF6-421BABBA9709}" srcOrd="0" destOrd="0" presId="urn:microsoft.com/office/officeart/2005/8/layout/vList2"/>
    <dgm:cxn modelId="{7826F9D7-FB62-4FB2-86EC-5EAEF5FAA71F}" type="presOf" srcId="{5A8F4A9F-8EBC-4CCD-9ED6-1DCC444687A3}" destId="{EF118F18-613E-4B62-A2E0-7F70FA44A543}" srcOrd="0" destOrd="0" presId="urn:microsoft.com/office/officeart/2005/8/layout/vList2"/>
    <dgm:cxn modelId="{ABD025E2-2BF2-43C4-8E0A-FFE5701BFE31}" type="presOf" srcId="{2CF24165-EA4A-4600-A1CD-5EAF6711998A}" destId="{941DF0EC-435A-4FE3-9D25-3F7F33D76856}" srcOrd="0" destOrd="0" presId="urn:microsoft.com/office/officeart/2005/8/layout/vList2"/>
    <dgm:cxn modelId="{32901CE4-2622-4197-B8AB-765D3CEE785A}" type="presOf" srcId="{7AD80C89-4882-4F3A-9B70-F720DA678B1B}" destId="{0122E03B-348D-45AB-892E-33743E7E91D2}" srcOrd="0" destOrd="0" presId="urn:microsoft.com/office/officeart/2005/8/layout/vList2"/>
    <dgm:cxn modelId="{040E0CE7-309F-4FD7-B317-671729D888A5}" type="presOf" srcId="{58026829-A121-40EA-8BB8-3763489BA754}" destId="{F4A9B056-36E5-470F-9E80-164B27A1EB43}" srcOrd="0" destOrd="0" presId="urn:microsoft.com/office/officeart/2005/8/layout/vList2"/>
    <dgm:cxn modelId="{0B64C355-4156-40F9-8F94-ADB5B52E156E}" type="presParOf" srcId="{549D4287-D13E-4AD1-8DF6-421BABBA9709}" destId="{0122E03B-348D-45AB-892E-33743E7E91D2}" srcOrd="0" destOrd="0" presId="urn:microsoft.com/office/officeart/2005/8/layout/vList2"/>
    <dgm:cxn modelId="{2D0C215C-E122-4019-A27F-EE6A94074068}" type="presParOf" srcId="{549D4287-D13E-4AD1-8DF6-421BABBA9709}" destId="{6347472D-2F84-4B35-BC93-FE701BF671C9}" srcOrd="1" destOrd="0" presId="urn:microsoft.com/office/officeart/2005/8/layout/vList2"/>
    <dgm:cxn modelId="{1C3E38DB-C7DE-44E9-AD90-EF4B4F3B860E}" type="presParOf" srcId="{549D4287-D13E-4AD1-8DF6-421BABBA9709}" destId="{CE61D1BF-8079-42A1-AE7F-498CED2C5433}" srcOrd="2" destOrd="0" presId="urn:microsoft.com/office/officeart/2005/8/layout/vList2"/>
    <dgm:cxn modelId="{A035355B-2812-46B1-85CD-C7550E6F6A6C}" type="presParOf" srcId="{549D4287-D13E-4AD1-8DF6-421BABBA9709}" destId="{CEE1DBAF-7D50-4090-B7A6-939C8D6C420F}" srcOrd="3" destOrd="0" presId="urn:microsoft.com/office/officeart/2005/8/layout/vList2"/>
    <dgm:cxn modelId="{08CD6936-48A7-4CBD-950D-3BBBD1B51185}" type="presParOf" srcId="{549D4287-D13E-4AD1-8DF6-421BABBA9709}" destId="{EF118F18-613E-4B62-A2E0-7F70FA44A543}" srcOrd="4" destOrd="0" presId="urn:microsoft.com/office/officeart/2005/8/layout/vList2"/>
    <dgm:cxn modelId="{0732F7BE-6568-47F0-A857-9C726A95B001}" type="presParOf" srcId="{549D4287-D13E-4AD1-8DF6-421BABBA9709}" destId="{10782232-FC22-4B6C-A291-4C70495D196F}" srcOrd="5" destOrd="0" presId="urn:microsoft.com/office/officeart/2005/8/layout/vList2"/>
    <dgm:cxn modelId="{C622DCCF-B10E-4B4D-8FB8-967DF0716BDB}" type="presParOf" srcId="{549D4287-D13E-4AD1-8DF6-421BABBA9709}" destId="{EF201318-B5D4-4EE0-AC4B-3C132776C15F}" srcOrd="6" destOrd="0" presId="urn:microsoft.com/office/officeart/2005/8/layout/vList2"/>
    <dgm:cxn modelId="{BB4883AF-D7C0-4590-AEDD-A6F5E9A6A134}" type="presParOf" srcId="{549D4287-D13E-4AD1-8DF6-421BABBA9709}" destId="{1A7925D8-4E53-4E40-9B04-5D293ACA4CCA}" srcOrd="7" destOrd="0" presId="urn:microsoft.com/office/officeart/2005/8/layout/vList2"/>
    <dgm:cxn modelId="{04753D91-3133-4648-B6E2-1BC81B389615}" type="presParOf" srcId="{549D4287-D13E-4AD1-8DF6-421BABBA9709}" destId="{F1AF962F-7DED-4F1E-AF2F-63F9ADFF0689}" srcOrd="8" destOrd="0" presId="urn:microsoft.com/office/officeart/2005/8/layout/vList2"/>
    <dgm:cxn modelId="{D2789E66-780D-4F70-AC42-E16D0D0F249C}" type="presParOf" srcId="{549D4287-D13E-4AD1-8DF6-421BABBA9709}" destId="{8A5DD7E6-AE61-4ED8-A713-1604A06CC7C0}" srcOrd="9" destOrd="0" presId="urn:microsoft.com/office/officeart/2005/8/layout/vList2"/>
    <dgm:cxn modelId="{AC181A45-34F1-4B15-B8FC-B0C9EBF7D01A}" type="presParOf" srcId="{549D4287-D13E-4AD1-8DF6-421BABBA9709}" destId="{911CA401-D37C-44FB-8771-F562C19C270E}" srcOrd="10" destOrd="0" presId="urn:microsoft.com/office/officeart/2005/8/layout/vList2"/>
    <dgm:cxn modelId="{ED1BDA25-5B46-472E-B86F-820DE26DFE73}" type="presParOf" srcId="{549D4287-D13E-4AD1-8DF6-421BABBA9709}" destId="{6CABF04E-7FD0-4C7A-93AC-D9B367538D73}" srcOrd="11" destOrd="0" presId="urn:microsoft.com/office/officeart/2005/8/layout/vList2"/>
    <dgm:cxn modelId="{285858CC-E58D-4A8E-8C91-0E94F5AFCE9D}" type="presParOf" srcId="{549D4287-D13E-4AD1-8DF6-421BABBA9709}" destId="{F4A9B056-36E5-470F-9E80-164B27A1EB43}" srcOrd="12" destOrd="0" presId="urn:microsoft.com/office/officeart/2005/8/layout/vList2"/>
    <dgm:cxn modelId="{D06B3781-F55B-4481-BE26-6D24AC69D438}" type="presParOf" srcId="{549D4287-D13E-4AD1-8DF6-421BABBA9709}" destId="{B31726B8-7509-472B-913F-C8D6ACA79951}" srcOrd="13" destOrd="0" presId="urn:microsoft.com/office/officeart/2005/8/layout/vList2"/>
    <dgm:cxn modelId="{BEE5CCD1-E7D5-4F4A-BC8F-A87DA366E119}" type="presParOf" srcId="{549D4287-D13E-4AD1-8DF6-421BABBA9709}" destId="{941DF0EC-435A-4FE3-9D25-3F7F33D76856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5256F-9E06-4236-B9F4-CA0B53656F66}">
      <dsp:nvSpPr>
        <dsp:cNvPr id="0" name=""/>
        <dsp:cNvSpPr/>
      </dsp:nvSpPr>
      <dsp:spPr>
        <a:xfrm>
          <a:off x="2674325" y="754865"/>
          <a:ext cx="5814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148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49765" y="797524"/>
        <a:ext cx="30604" cy="6120"/>
      </dsp:txXfrm>
    </dsp:sp>
    <dsp:sp modelId="{585BF068-B2ED-4786-BE16-12BFB6A4E39E}">
      <dsp:nvSpPr>
        <dsp:cNvPr id="0" name=""/>
        <dsp:cNvSpPr/>
      </dsp:nvSpPr>
      <dsp:spPr>
        <a:xfrm>
          <a:off x="14884" y="2213"/>
          <a:ext cx="2661240" cy="15967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403" tIns="136881" rIns="130403" bIns="136881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Predict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Predict ER waiting time using Machine Learning</a:t>
          </a:r>
        </a:p>
      </dsp:txBody>
      <dsp:txXfrm>
        <a:off x="14884" y="2213"/>
        <a:ext cx="2661240" cy="1596744"/>
      </dsp:txXfrm>
    </dsp:sp>
    <dsp:sp modelId="{0840777C-A006-424F-850B-127D68D2BE8F}">
      <dsp:nvSpPr>
        <dsp:cNvPr id="0" name=""/>
        <dsp:cNvSpPr/>
      </dsp:nvSpPr>
      <dsp:spPr>
        <a:xfrm>
          <a:off x="5947651" y="754865"/>
          <a:ext cx="5814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148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23091" y="797524"/>
        <a:ext cx="30604" cy="6120"/>
      </dsp:txXfrm>
    </dsp:sp>
    <dsp:sp modelId="{EC53C742-3E9F-400F-811A-44633B1B2378}">
      <dsp:nvSpPr>
        <dsp:cNvPr id="0" name=""/>
        <dsp:cNvSpPr/>
      </dsp:nvSpPr>
      <dsp:spPr>
        <a:xfrm>
          <a:off x="3288210" y="2213"/>
          <a:ext cx="2661240" cy="15967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403" tIns="136881" rIns="130403" bIns="136881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Deploy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Deploy the model as a cloud-native application</a:t>
          </a:r>
        </a:p>
      </dsp:txBody>
      <dsp:txXfrm>
        <a:off x="3288210" y="2213"/>
        <a:ext cx="2661240" cy="1596744"/>
      </dsp:txXfrm>
    </dsp:sp>
    <dsp:sp modelId="{2FB47CAD-449F-46F9-BEF4-F0DC9259B853}">
      <dsp:nvSpPr>
        <dsp:cNvPr id="0" name=""/>
        <dsp:cNvSpPr/>
      </dsp:nvSpPr>
      <dsp:spPr>
        <a:xfrm>
          <a:off x="1345505" y="1597157"/>
          <a:ext cx="6546651" cy="581485"/>
        </a:xfrm>
        <a:custGeom>
          <a:avLst/>
          <a:gdLst/>
          <a:ahLst/>
          <a:cxnLst/>
          <a:rect l="0" t="0" r="0" b="0"/>
          <a:pathLst>
            <a:path>
              <a:moveTo>
                <a:pt x="6546651" y="0"/>
              </a:moveTo>
              <a:lnTo>
                <a:pt x="6546651" y="307842"/>
              </a:lnTo>
              <a:lnTo>
                <a:pt x="0" y="307842"/>
              </a:lnTo>
              <a:lnTo>
                <a:pt x="0" y="581485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54450" y="1884839"/>
        <a:ext cx="328760" cy="6120"/>
      </dsp:txXfrm>
    </dsp:sp>
    <dsp:sp modelId="{F081599D-1B89-42EC-AFF9-BD829D273BD8}">
      <dsp:nvSpPr>
        <dsp:cNvPr id="0" name=""/>
        <dsp:cNvSpPr/>
      </dsp:nvSpPr>
      <dsp:spPr>
        <a:xfrm>
          <a:off x="6561536" y="2213"/>
          <a:ext cx="2661240" cy="15967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403" tIns="136881" rIns="130403" bIns="136881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Use Docker for containerization</a:t>
          </a:r>
        </a:p>
      </dsp:txBody>
      <dsp:txXfrm>
        <a:off x="6561536" y="2213"/>
        <a:ext cx="2661240" cy="1596744"/>
      </dsp:txXfrm>
    </dsp:sp>
    <dsp:sp modelId="{34B190B4-7098-4E5C-968E-2C395D3DE362}">
      <dsp:nvSpPr>
        <dsp:cNvPr id="0" name=""/>
        <dsp:cNvSpPr/>
      </dsp:nvSpPr>
      <dsp:spPr>
        <a:xfrm>
          <a:off x="2674325" y="2963694"/>
          <a:ext cx="5814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148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49765" y="3006354"/>
        <a:ext cx="30604" cy="6120"/>
      </dsp:txXfrm>
    </dsp:sp>
    <dsp:sp modelId="{23A07C70-1FF4-4224-A90C-66B051C55BB1}">
      <dsp:nvSpPr>
        <dsp:cNvPr id="0" name=""/>
        <dsp:cNvSpPr/>
      </dsp:nvSpPr>
      <dsp:spPr>
        <a:xfrm>
          <a:off x="14884" y="2211042"/>
          <a:ext cx="2661240" cy="15967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403" tIns="136881" rIns="130403" bIns="136881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Use Kubernetes for deployment and management</a:t>
          </a:r>
        </a:p>
      </dsp:txBody>
      <dsp:txXfrm>
        <a:off x="14884" y="2211042"/>
        <a:ext cx="2661240" cy="1596744"/>
      </dsp:txXfrm>
    </dsp:sp>
    <dsp:sp modelId="{614C3F75-1B00-4C9D-9D23-002C29CE1DB7}">
      <dsp:nvSpPr>
        <dsp:cNvPr id="0" name=""/>
        <dsp:cNvSpPr/>
      </dsp:nvSpPr>
      <dsp:spPr>
        <a:xfrm>
          <a:off x="5947651" y="2963694"/>
          <a:ext cx="5814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148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23091" y="3006354"/>
        <a:ext cx="30604" cy="6120"/>
      </dsp:txXfrm>
    </dsp:sp>
    <dsp:sp modelId="{D3017D9C-2279-428C-A87A-0B4EA3359868}">
      <dsp:nvSpPr>
        <dsp:cNvPr id="0" name=""/>
        <dsp:cNvSpPr/>
      </dsp:nvSpPr>
      <dsp:spPr>
        <a:xfrm>
          <a:off x="3288210" y="2211042"/>
          <a:ext cx="2661240" cy="15967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403" tIns="136881" rIns="130403" bIns="136881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Implement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Implement health checks for reliability</a:t>
          </a:r>
        </a:p>
      </dsp:txBody>
      <dsp:txXfrm>
        <a:off x="3288210" y="2211042"/>
        <a:ext cx="2661240" cy="1596744"/>
      </dsp:txXfrm>
    </dsp:sp>
    <dsp:sp modelId="{62083A3D-3D91-4650-8A4B-1B0683D64A77}">
      <dsp:nvSpPr>
        <dsp:cNvPr id="0" name=""/>
        <dsp:cNvSpPr/>
      </dsp:nvSpPr>
      <dsp:spPr>
        <a:xfrm>
          <a:off x="6561536" y="2211042"/>
          <a:ext cx="2661240" cy="15967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403" tIns="136881" rIns="130403" bIns="136881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Enable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Enable autoscaling based on workload</a:t>
          </a:r>
        </a:p>
      </dsp:txBody>
      <dsp:txXfrm>
        <a:off x="6561536" y="2211042"/>
        <a:ext cx="2661240" cy="15967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22E03B-348D-45AB-892E-33743E7E91D2}">
      <dsp:nvSpPr>
        <dsp:cNvPr id="0" name=""/>
        <dsp:cNvSpPr/>
      </dsp:nvSpPr>
      <dsp:spPr>
        <a:xfrm>
          <a:off x="0" y="102659"/>
          <a:ext cx="9238434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Data preprocessing</a:t>
          </a:r>
          <a:endParaRPr lang="en-US" sz="1700" kern="1200"/>
        </a:p>
      </dsp:txBody>
      <dsp:txXfrm>
        <a:off x="19904" y="122563"/>
        <a:ext cx="9198626" cy="367937"/>
      </dsp:txXfrm>
    </dsp:sp>
    <dsp:sp modelId="{CE61D1BF-8079-42A1-AE7F-498CED2C5433}">
      <dsp:nvSpPr>
        <dsp:cNvPr id="0" name=""/>
        <dsp:cNvSpPr/>
      </dsp:nvSpPr>
      <dsp:spPr>
        <a:xfrm>
          <a:off x="0" y="559364"/>
          <a:ext cx="9238434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Train Machine Learning model</a:t>
          </a:r>
          <a:endParaRPr lang="en-US" sz="1700" kern="1200"/>
        </a:p>
      </dsp:txBody>
      <dsp:txXfrm>
        <a:off x="19904" y="579268"/>
        <a:ext cx="9198626" cy="367937"/>
      </dsp:txXfrm>
    </dsp:sp>
    <dsp:sp modelId="{EF118F18-613E-4B62-A2E0-7F70FA44A543}">
      <dsp:nvSpPr>
        <dsp:cNvPr id="0" name=""/>
        <dsp:cNvSpPr/>
      </dsp:nvSpPr>
      <dsp:spPr>
        <a:xfrm>
          <a:off x="0" y="1016069"/>
          <a:ext cx="9238434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Save trained model</a:t>
          </a:r>
          <a:endParaRPr lang="en-US" sz="1700" kern="1200"/>
        </a:p>
      </dsp:txBody>
      <dsp:txXfrm>
        <a:off x="19904" y="1035973"/>
        <a:ext cx="9198626" cy="367937"/>
      </dsp:txXfrm>
    </dsp:sp>
    <dsp:sp modelId="{EF201318-B5D4-4EE0-AC4B-3C132776C15F}">
      <dsp:nvSpPr>
        <dsp:cNvPr id="0" name=""/>
        <dsp:cNvSpPr/>
      </dsp:nvSpPr>
      <dsp:spPr>
        <a:xfrm>
          <a:off x="0" y="1472774"/>
          <a:ext cx="9238434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Build REST API using FastAPI</a:t>
          </a:r>
          <a:endParaRPr lang="en-US" sz="1700" kern="1200"/>
        </a:p>
      </dsp:txBody>
      <dsp:txXfrm>
        <a:off x="19904" y="1492678"/>
        <a:ext cx="9198626" cy="367937"/>
      </dsp:txXfrm>
    </dsp:sp>
    <dsp:sp modelId="{F1AF962F-7DED-4F1E-AF2F-63F9ADFF0689}">
      <dsp:nvSpPr>
        <dsp:cNvPr id="0" name=""/>
        <dsp:cNvSpPr/>
      </dsp:nvSpPr>
      <dsp:spPr>
        <a:xfrm>
          <a:off x="0" y="1929480"/>
          <a:ext cx="9238434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Containerize using Docker</a:t>
          </a:r>
          <a:endParaRPr lang="en-US" sz="1700" kern="1200"/>
        </a:p>
      </dsp:txBody>
      <dsp:txXfrm>
        <a:off x="19904" y="1949384"/>
        <a:ext cx="9198626" cy="367937"/>
      </dsp:txXfrm>
    </dsp:sp>
    <dsp:sp modelId="{911CA401-D37C-44FB-8771-F562C19C270E}">
      <dsp:nvSpPr>
        <dsp:cNvPr id="0" name=""/>
        <dsp:cNvSpPr/>
      </dsp:nvSpPr>
      <dsp:spPr>
        <a:xfrm>
          <a:off x="0" y="2386185"/>
          <a:ext cx="9238434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Deploy on Kubernetes</a:t>
          </a:r>
          <a:endParaRPr lang="en-US" sz="1700" kern="1200"/>
        </a:p>
      </dsp:txBody>
      <dsp:txXfrm>
        <a:off x="19904" y="2406089"/>
        <a:ext cx="9198626" cy="367937"/>
      </dsp:txXfrm>
    </dsp:sp>
    <dsp:sp modelId="{F4A9B056-36E5-470F-9E80-164B27A1EB43}">
      <dsp:nvSpPr>
        <dsp:cNvPr id="0" name=""/>
        <dsp:cNvSpPr/>
      </dsp:nvSpPr>
      <dsp:spPr>
        <a:xfrm>
          <a:off x="0" y="2842890"/>
          <a:ext cx="9238434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Add health checks &amp; autoscaling</a:t>
          </a:r>
          <a:endParaRPr lang="en-US" sz="1700" kern="1200"/>
        </a:p>
      </dsp:txBody>
      <dsp:txXfrm>
        <a:off x="19904" y="2862794"/>
        <a:ext cx="9198626" cy="367937"/>
      </dsp:txXfrm>
    </dsp:sp>
    <dsp:sp modelId="{941DF0EC-435A-4FE3-9D25-3F7F33D76856}">
      <dsp:nvSpPr>
        <dsp:cNvPr id="0" name=""/>
        <dsp:cNvSpPr/>
      </dsp:nvSpPr>
      <dsp:spPr>
        <a:xfrm>
          <a:off x="0" y="3299595"/>
          <a:ext cx="9238434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Test and evaluate results</a:t>
          </a:r>
          <a:endParaRPr lang="en-US" sz="1700" kern="1200"/>
        </a:p>
      </dsp:txBody>
      <dsp:txXfrm>
        <a:off x="19904" y="3319499"/>
        <a:ext cx="9198626" cy="367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52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8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79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6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277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79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42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68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91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16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733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E2BC33-F8B8-4768-AE46-E7CF6E3D7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5EB5AC-4150-4206-9DBE-37DD0EBFB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0FC4D0-CB6B-CF1F-DD98-3BEAC3FDD5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7364" b="284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5AADF4-2DCC-4CC0-C441-4B7E0D8CB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6467" y="-80204"/>
            <a:ext cx="5863380" cy="38099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500" spc="0" dirty="0">
                <a:solidFill>
                  <a:srgbClr val="FFFFFF"/>
                </a:solidFill>
              </a:rPr>
              <a:t>AI-Powered Cloud Scheduler for Hospitals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381CF-9868-6597-0F08-FC9CBEC49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5100" y="3429000"/>
            <a:ext cx="2703094" cy="25747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Abdullah Farghaly</a:t>
            </a:r>
          </a:p>
          <a:p>
            <a:pPr algn="ctr"/>
            <a:r>
              <a:rPr lang="en-US" dirty="0">
                <a:solidFill>
                  <a:srgbClr val="FFFFFF"/>
                </a:solidFill>
              </a:rPr>
              <a:t>Pierre Fouad</a:t>
            </a:r>
          </a:p>
          <a:p>
            <a:pPr algn="ctr"/>
            <a:r>
              <a:rPr lang="en-US" dirty="0">
                <a:solidFill>
                  <a:srgbClr val="FFFFFF"/>
                </a:solidFill>
              </a:rPr>
              <a:t>Mohamed Mahmoud</a:t>
            </a:r>
          </a:p>
          <a:p>
            <a:pPr algn="ctr"/>
            <a:r>
              <a:rPr lang="en-US" dirty="0">
                <a:solidFill>
                  <a:srgbClr val="FFFFFF"/>
                </a:solidFill>
              </a:rPr>
              <a:t>Ibrahim Ayman</a:t>
            </a:r>
          </a:p>
          <a:p>
            <a:pPr algn="ctr"/>
            <a:r>
              <a:rPr lang="en-US" dirty="0">
                <a:solidFill>
                  <a:srgbClr val="FFFFFF"/>
                </a:solidFill>
              </a:rPr>
              <a:t>Hazem Waleed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1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949130-F4C8-4E64-AD1A-B3611E435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3E6A2-18FD-FC93-D410-8E779DDD0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en-US" spc="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28F7A-08DB-9411-CE95-0899343C7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9197" y="752168"/>
            <a:ext cx="3897332" cy="5746955"/>
          </a:xfrm>
        </p:spPr>
        <p:txBody>
          <a:bodyPr anchor="ctr">
            <a:normAutofit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500" b="1" dirty="0"/>
              <a:t>What problem are we solving?</a:t>
            </a:r>
            <a:endParaRPr lang="en-US" sz="22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Hospitals suffer from :</a:t>
            </a:r>
          </a:p>
          <a:p>
            <a:pPr marL="56007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Long patient waiting times</a:t>
            </a:r>
          </a:p>
          <a:p>
            <a:pPr marL="56007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Unpredictable patient arrivals</a:t>
            </a:r>
          </a:p>
          <a:p>
            <a:pPr marL="56007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Poor resource and staff scheduling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Traditional systems are :</a:t>
            </a:r>
          </a:p>
          <a:p>
            <a:pPr marL="56007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Static</a:t>
            </a:r>
          </a:p>
          <a:p>
            <a:pPr marL="56007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Not scalable</a:t>
            </a:r>
          </a:p>
          <a:p>
            <a:pPr marL="56007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Unable to adapt to real-time demand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Need :</a:t>
            </a:r>
            <a:br>
              <a:rPr lang="en-US" dirty="0"/>
            </a:br>
            <a:r>
              <a:rPr lang="en-US" dirty="0"/>
              <a:t>An intelligent, cloud-based solution to predict ER wait time and scale automatically.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8080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35F16-E4D5-25E8-A587-CF345CFA1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62001"/>
            <a:ext cx="9144000" cy="869092"/>
          </a:xfrm>
        </p:spPr>
        <p:txBody>
          <a:bodyPr>
            <a:normAutofit/>
          </a:bodyPr>
          <a:lstStyle/>
          <a:p>
            <a:pPr algn="ctr"/>
            <a:r>
              <a:rPr lang="en-US"/>
              <a:t>Objectives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77E2A136-02D6-CF2B-2F08-DDA9CA68EF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6132441"/>
              </p:ext>
            </p:extLst>
          </p:nvPr>
        </p:nvGraphicFramePr>
        <p:xfrm>
          <a:off x="1430338" y="2286000"/>
          <a:ext cx="9237662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0511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027DD1-A31E-4BED-83B8-ED31F386F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195ED9-15F9-4A18-B356-696821B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926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61C2FB6-1414-4D9D-BE7A-1FF2A7AAE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999" y="762000"/>
            <a:ext cx="10664151" cy="533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FFA33B-3B3B-397F-3687-788D31448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714" y="1524000"/>
            <a:ext cx="3466532" cy="3810000"/>
          </a:xfrm>
        </p:spPr>
        <p:txBody>
          <a:bodyPr anchor="ctr">
            <a:normAutofit/>
          </a:bodyPr>
          <a:lstStyle/>
          <a:p>
            <a:pPr algn="r"/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33077-E4B4-6AA5-23F8-2B2DC2276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961" y="1632155"/>
            <a:ext cx="5334000" cy="3810000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ER Wait Time Dataset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Real-world hospital data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Features include:</a:t>
            </a:r>
          </a:p>
          <a:p>
            <a:pPr marL="445770" lvl="1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b="0" dirty="0"/>
              <a:t>Urgency level</a:t>
            </a:r>
          </a:p>
          <a:p>
            <a:pPr marL="445770" lvl="1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b="0" dirty="0"/>
              <a:t>Nurse-to-patient ratio</a:t>
            </a:r>
          </a:p>
          <a:p>
            <a:pPr marL="445770" lvl="1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b="0" dirty="0"/>
              <a:t>Facility size</a:t>
            </a:r>
          </a:p>
          <a:p>
            <a:pPr marL="445770" lvl="1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b="0" dirty="0"/>
              <a:t>Registration &amp; triage times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Target:</a:t>
            </a:r>
          </a:p>
          <a:p>
            <a:pPr marL="445770" lvl="1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b="0" dirty="0"/>
              <a:t>Total ER wait time (minutes)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Why this dataset?</a:t>
            </a:r>
          </a:p>
          <a:p>
            <a:pPr>
              <a:lnSpc>
                <a:spcPct val="120000"/>
              </a:lnSpc>
            </a:pPr>
            <a:r>
              <a:rPr lang="en-US" dirty="0"/>
              <a:t>Directly represents hospital congestion</a:t>
            </a:r>
          </a:p>
          <a:p>
            <a:pPr>
              <a:lnSpc>
                <a:spcPct val="120000"/>
              </a:lnSpc>
            </a:pPr>
            <a:r>
              <a:rPr lang="en-US" dirty="0"/>
              <a:t>Matches our problem and objectives</a:t>
            </a:r>
          </a:p>
          <a:p>
            <a:pPr>
              <a:lnSpc>
                <a:spcPct val="120000"/>
              </a:lnSpc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60412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632F6-D1FD-73BD-2785-218ECAF8A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/>
              <a:t>Methodology / Approach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5A5B098-1F78-ED59-7B85-24B77AD44FF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29566" y="2286000"/>
          <a:ext cx="9238434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4976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7DD8518-4289-43CE-9E36-8E7E0D7DD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63F14-DDD1-E6CC-2040-92F42909D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897" y="762001"/>
            <a:ext cx="4991103" cy="1141004"/>
          </a:xfrm>
        </p:spPr>
        <p:txBody>
          <a:bodyPr>
            <a:normAutofit/>
          </a:bodyPr>
          <a:lstStyle/>
          <a:p>
            <a:r>
              <a:rPr lang="en-US" spc="0" dirty="0"/>
              <a:t>Machine Learning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39F9-EAF1-598A-FB1C-A8D2040A8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897" y="2286000"/>
            <a:ext cx="4991103" cy="3809999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Model Used:  Random Forest Regressor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Supervised regression model</a:t>
            </a:r>
          </a:p>
          <a:p>
            <a:pPr>
              <a:lnSpc>
                <a:spcPct val="120000"/>
              </a:lnSpc>
            </a:pPr>
            <a:r>
              <a:rPr lang="en-US" dirty="0"/>
              <a:t>Predicts numeric ER wait time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Chosen because:</a:t>
            </a:r>
          </a:p>
          <a:p>
            <a:pPr marL="56007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Handles complex relationships</a:t>
            </a:r>
          </a:p>
          <a:p>
            <a:pPr marL="56007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Works well with tabular data</a:t>
            </a:r>
          </a:p>
          <a:p>
            <a:pPr marL="56007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Reliable and widely used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Output: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Predicted waiting time in minutes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B76A3918-C725-CF97-786C-2490EAF2D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46161" y="-89348"/>
            <a:ext cx="3442148" cy="34421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E33467-5D7E-D59B-72FA-66891CB3C2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291" y="3857450"/>
            <a:ext cx="5506218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85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027DD1-A31E-4BED-83B8-ED31F386F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195ED9-15F9-4A18-B356-696821B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926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61C2FB6-1414-4D9D-BE7A-1FF2A7AAE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999" y="762000"/>
            <a:ext cx="10664151" cy="533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14459-F263-0050-97E0-9ED7EF1F9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073" y="570270"/>
            <a:ext cx="4032091" cy="1435510"/>
          </a:xfrm>
        </p:spPr>
        <p:txBody>
          <a:bodyPr anchor="ctr">
            <a:normAutofit/>
          </a:bodyPr>
          <a:lstStyle/>
          <a:p>
            <a:pPr algn="r"/>
            <a:r>
              <a:rPr lang="en-US" spc="0" dirty="0"/>
              <a:t>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5848F-EE88-6FE0-80DD-19128E300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443" y="1841090"/>
            <a:ext cx="5451987" cy="4141840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100" b="1" dirty="0"/>
              <a:t>Application Layer</a:t>
            </a:r>
          </a:p>
          <a:p>
            <a:pPr>
              <a:lnSpc>
                <a:spcPct val="120000"/>
              </a:lnSpc>
            </a:pPr>
            <a:r>
              <a:rPr lang="en-US" sz="2100" dirty="0"/>
              <a:t>Built a REST API using </a:t>
            </a:r>
            <a:r>
              <a:rPr lang="en-US" sz="2100" b="1" dirty="0" err="1"/>
              <a:t>FastAPI</a:t>
            </a:r>
            <a:endParaRPr lang="en-US" sz="2100" dirty="0"/>
          </a:p>
          <a:p>
            <a:pPr>
              <a:lnSpc>
                <a:spcPct val="120000"/>
              </a:lnSpc>
            </a:pPr>
            <a:r>
              <a:rPr lang="en-US" sz="2100" dirty="0"/>
              <a:t>/predict endpoint performs real-time ER wait time prediction</a:t>
            </a:r>
          </a:p>
          <a:p>
            <a:pPr>
              <a:lnSpc>
                <a:spcPct val="120000"/>
              </a:lnSpc>
            </a:pPr>
            <a:r>
              <a:rPr lang="en-US" sz="2100" dirty="0"/>
              <a:t>/</a:t>
            </a:r>
            <a:r>
              <a:rPr lang="en-US" sz="2100" dirty="0" err="1"/>
              <a:t>healthz</a:t>
            </a:r>
            <a:r>
              <a:rPr lang="en-US" sz="2100" dirty="0"/>
              <a:t> endpoint provides system health status</a:t>
            </a:r>
          </a:p>
          <a:p>
            <a:pPr>
              <a:lnSpc>
                <a:spcPct val="120000"/>
              </a:lnSpc>
            </a:pPr>
            <a:r>
              <a:rPr lang="en-US" sz="2100" dirty="0"/>
              <a:t>Swagger UI used for interactive testing and validation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100" b="1" dirty="0"/>
              <a:t>Containerization</a:t>
            </a:r>
          </a:p>
          <a:p>
            <a:pPr>
              <a:lnSpc>
                <a:spcPct val="120000"/>
              </a:lnSpc>
            </a:pPr>
            <a:r>
              <a:rPr lang="en-US" sz="2100" dirty="0"/>
              <a:t>Application and dependencies packaged using </a:t>
            </a:r>
            <a:r>
              <a:rPr lang="en-US" sz="2100" b="1" dirty="0"/>
              <a:t>Docker</a:t>
            </a:r>
            <a:endParaRPr lang="en-US" sz="2100" dirty="0"/>
          </a:p>
          <a:p>
            <a:pPr>
              <a:lnSpc>
                <a:spcPct val="120000"/>
              </a:lnSpc>
            </a:pPr>
            <a:r>
              <a:rPr lang="en-US" sz="2100" dirty="0" err="1"/>
              <a:t>Dockerfile</a:t>
            </a:r>
            <a:r>
              <a:rPr lang="en-US" sz="2100" dirty="0"/>
              <a:t> defines runtime environment and startup command</a:t>
            </a:r>
          </a:p>
          <a:p>
            <a:pPr>
              <a:lnSpc>
                <a:spcPct val="120000"/>
              </a:lnSpc>
            </a:pPr>
            <a:r>
              <a:rPr lang="en-US" sz="2100" dirty="0"/>
              <a:t>Image built locally and pushed to </a:t>
            </a:r>
            <a:r>
              <a:rPr lang="en-US" sz="2100" b="1" dirty="0"/>
              <a:t>Docker Hub</a:t>
            </a:r>
            <a:endParaRPr lang="en-US" sz="2100" dirty="0"/>
          </a:p>
          <a:p>
            <a:pPr>
              <a:lnSpc>
                <a:spcPct val="120000"/>
              </a:lnSpc>
            </a:pPr>
            <a:r>
              <a:rPr lang="en-US" sz="2100" dirty="0"/>
              <a:t>Ensures portability and consistent execution across environments</a:t>
            </a:r>
          </a:p>
          <a:p>
            <a:pPr>
              <a:lnSpc>
                <a:spcPct val="120000"/>
              </a:lnSpc>
            </a:pPr>
            <a:endParaRPr lang="en-US" sz="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36892C-9F5B-84B8-B0E3-9D25950F0120}"/>
              </a:ext>
            </a:extLst>
          </p:cNvPr>
          <p:cNvSpPr txBox="1"/>
          <p:nvPr/>
        </p:nvSpPr>
        <p:spPr>
          <a:xfrm>
            <a:off x="6307393" y="1938709"/>
            <a:ext cx="4670753" cy="3670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b="1" dirty="0"/>
              <a:t>Kubernetes Deployment</a:t>
            </a:r>
            <a:endParaRPr lang="en-US" sz="15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Deployment</a:t>
            </a:r>
            <a:r>
              <a:rPr lang="en-US" sz="1500" dirty="0"/>
              <a:t> : manages application lifecycle and ensures availability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Service (</a:t>
            </a:r>
            <a:r>
              <a:rPr lang="en-US" sz="1500" b="1" dirty="0" err="1"/>
              <a:t>NodePort</a:t>
            </a:r>
            <a:r>
              <a:rPr lang="en-US" sz="1500" b="1" dirty="0"/>
              <a:t>) :</a:t>
            </a:r>
            <a:r>
              <a:rPr lang="en-US" sz="1500" dirty="0"/>
              <a:t> exposes the application to external users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Liveness Probe :</a:t>
            </a:r>
            <a:r>
              <a:rPr lang="en-US" sz="1500" dirty="0"/>
              <a:t> restarts the container if the app becomes unresponsive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Readiness Probe</a:t>
            </a:r>
            <a:r>
              <a:rPr lang="en-US" sz="1500" dirty="0"/>
              <a:t> : ensures traffic is sent only to healthy pods</a:t>
            </a:r>
          </a:p>
          <a:p>
            <a:pPr>
              <a:lnSpc>
                <a:spcPct val="120000"/>
              </a:lnSpc>
            </a:pPr>
            <a:r>
              <a:rPr lang="en-US" sz="1500" b="1" dirty="0"/>
              <a:t>Outcome</a:t>
            </a:r>
            <a:endParaRPr lang="en-US" sz="15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Reliable, scalable, and production-like cloud-native ML system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Automatically adapts to workload changes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1BDD66-0D5D-9249-A740-56D6A8E4F594}"/>
              </a:ext>
            </a:extLst>
          </p:cNvPr>
          <p:cNvCxnSpPr/>
          <p:nvPr/>
        </p:nvCxnSpPr>
        <p:spPr>
          <a:xfrm>
            <a:off x="6094074" y="2005780"/>
            <a:ext cx="0" cy="3603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7999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66AC-1917-E596-6E80-336DDD6EA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703" y="598311"/>
            <a:ext cx="9238434" cy="857559"/>
          </a:xfrm>
        </p:spPr>
        <p:txBody>
          <a:bodyPr/>
          <a:lstStyle/>
          <a:p>
            <a:r>
              <a:rPr lang="en-US" spc="0" dirty="0"/>
              <a:t>Results /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F3E6A-624B-9EA3-83FA-F0242CE2F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703" y="2449689"/>
            <a:ext cx="9238434" cy="3810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b="1" dirty="0"/>
              <a:t>Testing Results</a:t>
            </a:r>
          </a:p>
          <a:p>
            <a:r>
              <a:rPr lang="en-US" dirty="0"/>
              <a:t>/</a:t>
            </a:r>
            <a:r>
              <a:rPr lang="en-US" dirty="0" err="1"/>
              <a:t>healthz</a:t>
            </a:r>
            <a:r>
              <a:rPr lang="en-US" dirty="0"/>
              <a:t> returned "status: ok"</a:t>
            </a:r>
          </a:p>
          <a:p>
            <a:r>
              <a:rPr lang="en-US" dirty="0"/>
              <a:t>/predict returned valid numeric predictions</a:t>
            </a:r>
          </a:p>
          <a:p>
            <a:pPr lvl="1"/>
            <a:r>
              <a:rPr lang="en-US" b="0" dirty="0"/>
              <a:t>Example: 94.72 minutes</a:t>
            </a:r>
          </a:p>
          <a:p>
            <a:r>
              <a:rPr lang="en-US" dirty="0"/>
              <a:t>Application accessible via browser</a:t>
            </a:r>
          </a:p>
          <a:p>
            <a:r>
              <a:rPr lang="en-US" dirty="0" err="1"/>
              <a:t>Autoscaler</a:t>
            </a:r>
            <a:r>
              <a:rPr lang="en-US" dirty="0"/>
              <a:t> created successfully</a:t>
            </a:r>
          </a:p>
          <a:p>
            <a:pPr marL="0" indent="0">
              <a:buNone/>
            </a:pPr>
            <a:r>
              <a:rPr lang="en-US" sz="2100" b="1" dirty="0"/>
              <a:t>What this means</a:t>
            </a:r>
          </a:p>
          <a:p>
            <a:r>
              <a:rPr lang="en-US" dirty="0"/>
              <a:t>Model works correctly</a:t>
            </a:r>
          </a:p>
          <a:p>
            <a:r>
              <a:rPr lang="en-US" dirty="0"/>
              <a:t>Cloud deployment is successful</a:t>
            </a:r>
          </a:p>
          <a:p>
            <a:r>
              <a:rPr lang="en-US" dirty="0"/>
              <a:t>System is scalable and reliable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F2A26F-7AD9-198C-ADBE-435F6DB63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920" y="1027090"/>
            <a:ext cx="6345770" cy="534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02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273C4F-BBB8-3104-FD75-B30FAB116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22" y="3807302"/>
            <a:ext cx="5832178" cy="283155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91900D-67A6-762B-E496-5735F58B4C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342" y="3992725"/>
            <a:ext cx="5238502" cy="24607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085E0B-6E13-2279-D281-A93CB816A0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307" y="277405"/>
            <a:ext cx="4951193" cy="17581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3401BF-4708-8374-5617-8C519DFE7E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406" y="2433583"/>
            <a:ext cx="5774375" cy="12882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C87B17E-AE44-E382-871E-DF6E207F3B3A}"/>
              </a:ext>
            </a:extLst>
          </p:cNvPr>
          <p:cNvSpPr txBox="1"/>
          <p:nvPr/>
        </p:nvSpPr>
        <p:spPr>
          <a:xfrm>
            <a:off x="363793" y="883006"/>
            <a:ext cx="53192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/</a:t>
            </a:r>
            <a:r>
              <a:rPr lang="en-US" dirty="0" err="1"/>
              <a:t>healthz</a:t>
            </a:r>
            <a:r>
              <a:rPr lang="en-US" dirty="0"/>
              <a:t> endpoint confirms that service was running correctly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/predict endpoint returned valid ER wait time predictions, proving that machine learning model 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Kubernetes pods were running successfully without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HPA was configured and active, enabling automatic scaling based on CPU usage</a:t>
            </a:r>
          </a:p>
        </p:txBody>
      </p:sp>
    </p:spTree>
    <p:extLst>
      <p:ext uri="{BB962C8B-B14F-4D97-AF65-F5344CB8AC3E}">
        <p14:creationId xmlns:p14="http://schemas.microsoft.com/office/powerpoint/2010/main" val="3752161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4E9F8B3-8282-4A93-BBF8-3342538A7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9AF0B-7187-C0DC-432B-8885DEFD8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>
            <a:normAutofit/>
          </a:bodyPr>
          <a:lstStyle/>
          <a:p>
            <a:r>
              <a:rPr lang="en-US" spc="0" dirty="0"/>
              <a:t>Conclusio</a:t>
            </a:r>
            <a:r>
              <a:rPr lang="en-US" dirty="0"/>
              <a:t>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8EFA797-975B-41D8-BC96-56CDC2CFA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2286000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2DA92-EB88-C00F-4E76-ACCF0253D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729554"/>
            <a:ext cx="8476434" cy="3359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project successfully implemented an AI-powered cloud scheduler to predict ER waiting times using machine learning. The solution was deployed as a cloud-native application with Docker and Kubernetes, including health checks and autoscaling for reliability and scalability. The results confirmed correct model predictions and a stable, production-like deployment, demonstrating the effectiveness of combining AI with cloud technologies in healthcare systems.</a:t>
            </a:r>
          </a:p>
        </p:txBody>
      </p:sp>
    </p:spTree>
    <p:extLst>
      <p:ext uri="{BB962C8B-B14F-4D97-AF65-F5344CB8AC3E}">
        <p14:creationId xmlns:p14="http://schemas.microsoft.com/office/powerpoint/2010/main" val="2064358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ortalVTI">
  <a:themeElements>
    <a:clrScheme name="Earth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Earth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0E0D5035-C7F2-4607-91F4-D5D5F886A15A}" vid="{EAFF3D8B-AC13-4E90-80A9-182200FBC86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506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Trade Gothic Next Cond</vt:lpstr>
      <vt:lpstr>Trade Gothic Next Light</vt:lpstr>
      <vt:lpstr>PortalVTI</vt:lpstr>
      <vt:lpstr>AI-Powered Cloud Scheduler for Hospitals</vt:lpstr>
      <vt:lpstr>Problem Statement</vt:lpstr>
      <vt:lpstr>Objectives</vt:lpstr>
      <vt:lpstr>Dataset</vt:lpstr>
      <vt:lpstr>Methodology / Approach</vt:lpstr>
      <vt:lpstr>Machine Learning Model</vt:lpstr>
      <vt:lpstr>implementation Details</vt:lpstr>
      <vt:lpstr>Results / Findings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 Farghaly</dc:creator>
  <cp:lastModifiedBy>Abdullah Farghaly</cp:lastModifiedBy>
  <cp:revision>3</cp:revision>
  <dcterms:created xsi:type="dcterms:W3CDTF">2025-12-20T04:00:45Z</dcterms:created>
  <dcterms:modified xsi:type="dcterms:W3CDTF">2025-12-22T11:18:59Z</dcterms:modified>
</cp:coreProperties>
</file>